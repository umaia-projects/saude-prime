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Anton"/>
      <p:regular r:id="rId24"/>
    </p:embeddedFont>
    <p:embeddedFont>
      <p:font typeface="Figtree Light"/>
      <p:regular r:id="rId25"/>
      <p:bold r:id="rId26"/>
      <p:italic r:id="rId27"/>
      <p:boldItalic r:id="rId28"/>
    </p:embeddedFont>
    <p:embeddedFont>
      <p:font typeface="Albert Sans"/>
      <p:regular r:id="rId29"/>
      <p:bold r:id="rId30"/>
      <p:italic r:id="rId31"/>
      <p:boldItalic r:id="rId32"/>
    </p:embeddedFont>
    <p:embeddedFont>
      <p:font typeface="Comfortaa Medium"/>
      <p:regular r:id="rId33"/>
      <p:bold r:id="rId34"/>
    </p:embeddedFont>
    <p:embeddedFont>
      <p:font typeface="Comfortaa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lbertSans-italic.fntdata"/><Relationship Id="rId30" Type="http://schemas.openxmlformats.org/officeDocument/2006/relationships/font" Target="fonts/AlbertSans-bold.fntdata"/><Relationship Id="rId33" Type="http://schemas.openxmlformats.org/officeDocument/2006/relationships/font" Target="fonts/ComfortaaMedium-regular.fntdata"/><Relationship Id="rId32" Type="http://schemas.openxmlformats.org/officeDocument/2006/relationships/font" Target="fonts/AlbertSans-boldItalic.fntdata"/><Relationship Id="rId35" Type="http://schemas.openxmlformats.org/officeDocument/2006/relationships/font" Target="fonts/Comfortaa-regular.fntdata"/><Relationship Id="rId34" Type="http://schemas.openxmlformats.org/officeDocument/2006/relationships/font" Target="fonts/ComfortaaMedium-bold.fntdata"/><Relationship Id="rId36" Type="http://schemas.openxmlformats.org/officeDocument/2006/relationships/font" Target="fonts/Comfortaa-bold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Anton-regular.fntdata"/><Relationship Id="rId23" Type="http://schemas.openxmlformats.org/officeDocument/2006/relationships/slide" Target="slides/slide19.xml"/><Relationship Id="rId26" Type="http://schemas.openxmlformats.org/officeDocument/2006/relationships/font" Target="fonts/FigtreeLight-bold.fntdata"/><Relationship Id="rId25" Type="http://schemas.openxmlformats.org/officeDocument/2006/relationships/font" Target="fonts/FigtreeLight-regular.fntdata"/><Relationship Id="rId28" Type="http://schemas.openxmlformats.org/officeDocument/2006/relationships/font" Target="fonts/FigtreeLight-boldItalic.fntdata"/><Relationship Id="rId27" Type="http://schemas.openxmlformats.org/officeDocument/2006/relationships/font" Target="fonts/FigtreeLight-italic.fntdata"/><Relationship Id="rId29" Type="http://schemas.openxmlformats.org/officeDocument/2006/relationships/font" Target="fonts/AlbertSans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89e93d14b3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89e93d14b3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ec665c7459_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ec665c7459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ec665c7459_3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ec665c7459_3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ec665c7459_3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ec665c7459_3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ec665c7459_3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3ec665c7459_3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ec665c745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3ec665c745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ec665c7459_3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ec665c7459_3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89e93d14b3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89e93d14b3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ec665c7459_3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ec665c7459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a2cd75163c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a2cd75163c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ec665c7459_5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ec665c7459_5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ec665c7459_3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ec665c7459_3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ec665c7459_5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3ec665c7459_5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ec665c7459_3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3ec665c7459_3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ec665c745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3ec665c745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8b95e4b46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8b95e4b46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ec665c7459_3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3ec665c7459_3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ec665c7459_3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ec665c7459_3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-4775"/>
            <a:ext cx="9144000" cy="5143500"/>
          </a:xfrm>
          <a:prstGeom prst="rect">
            <a:avLst/>
          </a:prstGeom>
          <a:gradFill>
            <a:gsLst>
              <a:gs pos="0">
                <a:srgbClr val="3D73AF"/>
              </a:gs>
              <a:gs pos="100000">
                <a:srgbClr val="00AFA0"/>
              </a:gs>
            </a:gsLst>
            <a:lin ang="108014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0;p2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1533" y="0"/>
            <a:ext cx="9140925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2"/>
          <p:cNvGrpSpPr/>
          <p:nvPr/>
        </p:nvGrpSpPr>
        <p:grpSpPr>
          <a:xfrm flipH="1" rot="10800000">
            <a:off x="7429503" y="3885802"/>
            <a:ext cx="1724010" cy="1267222"/>
            <a:chOff x="7429503" y="-9546"/>
            <a:chExt cx="1724010" cy="1267222"/>
          </a:xfrm>
        </p:grpSpPr>
        <p:sp>
          <p:nvSpPr>
            <p:cNvPr id="12" name="Google Shape;12;p2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1738250" y="1856050"/>
            <a:ext cx="65898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Font typeface="Anton"/>
              <a:buNone/>
              <a:defRPr b="1"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2129838" y="2841328"/>
            <a:ext cx="4884300" cy="435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 flipH="1" rot="-7200000">
            <a:off x="3006356" y="3332011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 flipH="1" rot="10800000">
            <a:off x="-9538" y="-9546"/>
            <a:ext cx="1724064" cy="1267222"/>
            <a:chOff x="-9538" y="3885802"/>
            <a:chExt cx="1724064" cy="1267222"/>
          </a:xfrm>
        </p:grpSpPr>
        <p:sp>
          <p:nvSpPr>
            <p:cNvPr id="18" name="Google Shape;18;p2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6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-9525" y="-9525"/>
            <a:ext cx="9239400" cy="5191200"/>
          </a:xfrm>
          <a:prstGeom prst="rect">
            <a:avLst/>
          </a:prstGeom>
          <a:gradFill>
            <a:gsLst>
              <a:gs pos="0">
                <a:srgbClr val="3D73AF"/>
              </a:gs>
              <a:gs pos="100000">
                <a:srgbClr val="00AFA0"/>
              </a:gs>
            </a:gsLst>
            <a:lin ang="108014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>
            <a:off x="1047262" y="733463"/>
            <a:ext cx="9259421" cy="521017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title"/>
          </p:nvPr>
        </p:nvSpPr>
        <p:spPr>
          <a:xfrm>
            <a:off x="713250" y="2235450"/>
            <a:ext cx="5906700" cy="6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2" type="title"/>
          </p:nvPr>
        </p:nvSpPr>
        <p:spPr>
          <a:xfrm>
            <a:off x="713239" y="1704800"/>
            <a:ext cx="4449300" cy="5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>
            <a:off x="713225" y="2857600"/>
            <a:ext cx="56019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" name="Google Shape;26;p3"/>
          <p:cNvGrpSpPr/>
          <p:nvPr/>
        </p:nvGrpSpPr>
        <p:grpSpPr>
          <a:xfrm rot="10800000">
            <a:off x="-9522" y="3914444"/>
            <a:ext cx="1724010" cy="1267222"/>
            <a:chOff x="7429503" y="-9546"/>
            <a:chExt cx="1724010" cy="1267222"/>
          </a:xfrm>
        </p:grpSpPr>
        <p:sp>
          <p:nvSpPr>
            <p:cNvPr id="27" name="Google Shape;27;p3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9" name="Google Shape;29;p3"/>
          <p:cNvGrpSpPr/>
          <p:nvPr/>
        </p:nvGrpSpPr>
        <p:grpSpPr>
          <a:xfrm rot="10800000">
            <a:off x="7505812" y="-9521"/>
            <a:ext cx="1724064" cy="1267222"/>
            <a:chOff x="-9538" y="3895327"/>
            <a:chExt cx="1724064" cy="1267222"/>
          </a:xfrm>
        </p:grpSpPr>
        <p:sp>
          <p:nvSpPr>
            <p:cNvPr id="30" name="Google Shape;30;p3"/>
            <p:cNvSpPr/>
            <p:nvPr/>
          </p:nvSpPr>
          <p:spPr>
            <a:xfrm flipH="1">
              <a:off x="66662" y="389532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-9538" y="389532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713250" y="1207200"/>
            <a:ext cx="7717500" cy="3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omfortaa"/>
              <a:buAutoNum type="arabicPeriod"/>
              <a:defRPr sz="1100"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9pPr>
          </a:lstStyle>
          <a:p/>
        </p:txBody>
      </p:sp>
      <p:sp>
        <p:nvSpPr>
          <p:cNvPr id="35" name="Google Shape;35;p4"/>
          <p:cNvSpPr/>
          <p:nvPr/>
        </p:nvSpPr>
        <p:spPr>
          <a:xfrm flipH="1" rot="-7200000">
            <a:off x="7706720" y="3636811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6" name="Google Shape;36;p4"/>
          <p:cNvSpPr/>
          <p:nvPr/>
        </p:nvSpPr>
        <p:spPr>
          <a:xfrm flipH="1" rot="-7200000">
            <a:off x="-1218205" y="-706589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37" name="Google Shape;37;p4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38" name="Google Shape;38;p4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40" name="Google Shape;40;p4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41" name="Google Shape;41;p4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5"/>
          <p:cNvGrpSpPr/>
          <p:nvPr/>
        </p:nvGrpSpPr>
        <p:grpSpPr>
          <a:xfrm>
            <a:off x="4581525" y="-9525"/>
            <a:ext cx="3381362" cy="5143500"/>
            <a:chOff x="4772025" y="-9525"/>
            <a:chExt cx="3381362" cy="5143500"/>
          </a:xfrm>
        </p:grpSpPr>
        <p:sp>
          <p:nvSpPr>
            <p:cNvPr id="45" name="Google Shape;45;p5"/>
            <p:cNvSpPr/>
            <p:nvPr/>
          </p:nvSpPr>
          <p:spPr>
            <a:xfrm>
              <a:off x="4772025" y="-9525"/>
              <a:ext cx="3305162" cy="5143500"/>
            </a:xfrm>
            <a:custGeom>
              <a:rect b="b" l="l" r="r" t="t"/>
              <a:pathLst>
                <a:path extrusionOk="0" h="21600" w="20931">
                  <a:moveTo>
                    <a:pt x="4380" y="0"/>
                  </a:moveTo>
                  <a:lnTo>
                    <a:pt x="20931" y="0"/>
                  </a:lnTo>
                  <a:lnTo>
                    <a:pt x="20931" y="21600"/>
                  </a:lnTo>
                  <a:lnTo>
                    <a:pt x="2326" y="21600"/>
                  </a:lnTo>
                  <a:lnTo>
                    <a:pt x="2091" y="21279"/>
                  </a:lnTo>
                  <a:cubicBezTo>
                    <a:pt x="-291" y="17572"/>
                    <a:pt x="-669" y="13366"/>
                    <a:pt x="1117" y="10331"/>
                  </a:cubicBezTo>
                  <a:cubicBezTo>
                    <a:pt x="2519" y="7971"/>
                    <a:pt x="5153" y="6156"/>
                    <a:pt x="5053" y="3218"/>
                  </a:cubicBezTo>
                  <a:cubicBezTo>
                    <a:pt x="5034" y="2222"/>
                    <a:pt x="4662" y="1174"/>
                    <a:pt x="4410" y="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4848225" y="-9525"/>
              <a:ext cx="3305162" cy="5143500"/>
            </a:xfrm>
            <a:custGeom>
              <a:rect b="b" l="l" r="r" t="t"/>
              <a:pathLst>
                <a:path extrusionOk="0" h="21600" w="20931">
                  <a:moveTo>
                    <a:pt x="4380" y="0"/>
                  </a:moveTo>
                  <a:lnTo>
                    <a:pt x="20931" y="0"/>
                  </a:lnTo>
                  <a:lnTo>
                    <a:pt x="20931" y="21600"/>
                  </a:lnTo>
                  <a:lnTo>
                    <a:pt x="2326" y="21600"/>
                  </a:lnTo>
                  <a:lnTo>
                    <a:pt x="2091" y="21279"/>
                  </a:lnTo>
                  <a:cubicBezTo>
                    <a:pt x="-291" y="17572"/>
                    <a:pt x="-669" y="13366"/>
                    <a:pt x="1117" y="10331"/>
                  </a:cubicBezTo>
                  <a:cubicBezTo>
                    <a:pt x="2519" y="7971"/>
                    <a:pt x="5153" y="6156"/>
                    <a:pt x="5053" y="3218"/>
                  </a:cubicBezTo>
                  <a:cubicBezTo>
                    <a:pt x="5034" y="2222"/>
                    <a:pt x="4662" y="1174"/>
                    <a:pt x="4410" y="137"/>
                  </a:cubicBezTo>
                  <a:close/>
                </a:path>
              </a:pathLst>
            </a:custGeom>
            <a:gradFill>
              <a:gsLst>
                <a:gs pos="0">
                  <a:srgbClr val="3D73AF"/>
                </a:gs>
                <a:gs pos="100000">
                  <a:srgbClr val="00AFA0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47" name="Google Shape;47;p5"/>
          <p:cNvSpPr/>
          <p:nvPr/>
        </p:nvSpPr>
        <p:spPr>
          <a:xfrm rot="10800000">
            <a:off x="7934375" y="-9525"/>
            <a:ext cx="1209900" cy="5143500"/>
          </a:xfrm>
          <a:prstGeom prst="rect">
            <a:avLst/>
          </a:prstGeom>
          <a:gradFill>
            <a:gsLst>
              <a:gs pos="0">
                <a:srgbClr val="3D73AF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 txBox="1"/>
          <p:nvPr>
            <p:ph type="title"/>
          </p:nvPr>
        </p:nvSpPr>
        <p:spPr>
          <a:xfrm>
            <a:off x="1138350" y="2749300"/>
            <a:ext cx="30084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" type="subTitle"/>
          </p:nvPr>
        </p:nvSpPr>
        <p:spPr>
          <a:xfrm>
            <a:off x="5149650" y="2749300"/>
            <a:ext cx="3008400" cy="3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nton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/>
          <p:nvPr/>
        </p:nvSpPr>
        <p:spPr>
          <a:xfrm flipH="1" rot="-7200000">
            <a:off x="-2197605" y="-181289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1" name="Google Shape;51;p5"/>
          <p:cNvSpPr txBox="1"/>
          <p:nvPr>
            <p:ph idx="2" type="subTitle"/>
          </p:nvPr>
        </p:nvSpPr>
        <p:spPr>
          <a:xfrm>
            <a:off x="985050" y="3208497"/>
            <a:ext cx="3315000" cy="7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3" type="subTitle"/>
          </p:nvPr>
        </p:nvSpPr>
        <p:spPr>
          <a:xfrm>
            <a:off x="4994250" y="3208497"/>
            <a:ext cx="3319200" cy="7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hasCustomPrompt="1" idx="4" type="title"/>
          </p:nvPr>
        </p:nvSpPr>
        <p:spPr>
          <a:xfrm>
            <a:off x="2245125" y="1699525"/>
            <a:ext cx="699600" cy="5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5"/>
          <p:cNvSpPr txBox="1"/>
          <p:nvPr>
            <p:ph hasCustomPrompt="1" idx="5" type="title"/>
          </p:nvPr>
        </p:nvSpPr>
        <p:spPr>
          <a:xfrm>
            <a:off x="6301800" y="1699525"/>
            <a:ext cx="704100" cy="5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None/>
              <a:defRPr sz="4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5"/>
          <p:cNvSpPr/>
          <p:nvPr/>
        </p:nvSpPr>
        <p:spPr>
          <a:xfrm flipH="1" rot="-7200000">
            <a:off x="7354295" y="-136764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6" name="Google Shape;56;p5"/>
          <p:cNvSpPr/>
          <p:nvPr/>
        </p:nvSpPr>
        <p:spPr>
          <a:xfrm flipH="1" rot="-7200000">
            <a:off x="5401670" y="2377836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6"/>
          <p:cNvGrpSpPr/>
          <p:nvPr/>
        </p:nvGrpSpPr>
        <p:grpSpPr>
          <a:xfrm>
            <a:off x="-9538" y="3885802"/>
            <a:ext cx="1724064" cy="1267222"/>
            <a:chOff x="-9538" y="3885802"/>
            <a:chExt cx="1724064" cy="1267222"/>
          </a:xfrm>
        </p:grpSpPr>
        <p:sp>
          <p:nvSpPr>
            <p:cNvPr id="59" name="Google Shape;59;p6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0" name="Google Shape;60;p6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61" name="Google Shape;61;p6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63" name="Google Shape;63;p6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65" name="Google Shape;65;p6"/>
          <p:cNvSpPr/>
          <p:nvPr/>
        </p:nvSpPr>
        <p:spPr>
          <a:xfrm flipH="1" rot="-7200000">
            <a:off x="8718620" y="-636939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 flipH="1" rot="-7200000">
            <a:off x="7592770" y="3682136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711750" y="1389600"/>
            <a:ext cx="7719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7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70" name="Google Shape;70;p7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71" name="Google Shape;71;p7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2" name="Google Shape;72;p7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73" name="Google Shape;73;p7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74" name="Google Shape;74;p7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5" name="Google Shape;75;p7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76" name="Google Shape;76;p7"/>
          <p:cNvGrpSpPr/>
          <p:nvPr/>
        </p:nvGrpSpPr>
        <p:grpSpPr>
          <a:xfrm>
            <a:off x="-9538" y="3885802"/>
            <a:ext cx="1724064" cy="1267222"/>
            <a:chOff x="-9538" y="3885802"/>
            <a:chExt cx="1724064" cy="1267222"/>
          </a:xfrm>
        </p:grpSpPr>
        <p:sp>
          <p:nvSpPr>
            <p:cNvPr id="77" name="Google Shape;77;p7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8" name="Google Shape;78;p7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8"/>
          <p:cNvGrpSpPr/>
          <p:nvPr/>
        </p:nvGrpSpPr>
        <p:grpSpPr>
          <a:xfrm flipH="1">
            <a:off x="-1066520" y="8223"/>
            <a:ext cx="4305150" cy="5143500"/>
            <a:chOff x="5314950" y="0"/>
            <a:chExt cx="3381362" cy="5143500"/>
          </a:xfrm>
        </p:grpSpPr>
        <p:sp>
          <p:nvSpPr>
            <p:cNvPr id="81" name="Google Shape;81;p8"/>
            <p:cNvSpPr/>
            <p:nvPr/>
          </p:nvSpPr>
          <p:spPr>
            <a:xfrm>
              <a:off x="5314950" y="0"/>
              <a:ext cx="3305162" cy="5143500"/>
            </a:xfrm>
            <a:custGeom>
              <a:rect b="b" l="l" r="r" t="t"/>
              <a:pathLst>
                <a:path extrusionOk="0" h="21600" w="20931">
                  <a:moveTo>
                    <a:pt x="4380" y="0"/>
                  </a:moveTo>
                  <a:lnTo>
                    <a:pt x="20931" y="0"/>
                  </a:lnTo>
                  <a:lnTo>
                    <a:pt x="20931" y="21600"/>
                  </a:lnTo>
                  <a:lnTo>
                    <a:pt x="2326" y="21600"/>
                  </a:lnTo>
                  <a:lnTo>
                    <a:pt x="2091" y="21279"/>
                  </a:lnTo>
                  <a:cubicBezTo>
                    <a:pt x="-291" y="17572"/>
                    <a:pt x="-669" y="13366"/>
                    <a:pt x="1117" y="10331"/>
                  </a:cubicBezTo>
                  <a:cubicBezTo>
                    <a:pt x="2519" y="7971"/>
                    <a:pt x="5153" y="6156"/>
                    <a:pt x="5053" y="3218"/>
                  </a:cubicBezTo>
                  <a:cubicBezTo>
                    <a:pt x="5034" y="2222"/>
                    <a:pt x="4662" y="1174"/>
                    <a:pt x="4410" y="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5391150" y="0"/>
              <a:ext cx="3305162" cy="5143500"/>
            </a:xfrm>
            <a:custGeom>
              <a:rect b="b" l="l" r="r" t="t"/>
              <a:pathLst>
                <a:path extrusionOk="0" h="21600" w="20931">
                  <a:moveTo>
                    <a:pt x="4380" y="0"/>
                  </a:moveTo>
                  <a:lnTo>
                    <a:pt x="20931" y="0"/>
                  </a:lnTo>
                  <a:lnTo>
                    <a:pt x="20931" y="21600"/>
                  </a:lnTo>
                  <a:lnTo>
                    <a:pt x="2326" y="21600"/>
                  </a:lnTo>
                  <a:lnTo>
                    <a:pt x="2091" y="21279"/>
                  </a:lnTo>
                  <a:cubicBezTo>
                    <a:pt x="-291" y="17572"/>
                    <a:pt x="-669" y="13366"/>
                    <a:pt x="1117" y="10331"/>
                  </a:cubicBezTo>
                  <a:cubicBezTo>
                    <a:pt x="2519" y="7971"/>
                    <a:pt x="5153" y="6156"/>
                    <a:pt x="5053" y="3218"/>
                  </a:cubicBezTo>
                  <a:cubicBezTo>
                    <a:pt x="5034" y="2222"/>
                    <a:pt x="4662" y="1174"/>
                    <a:pt x="4410" y="137"/>
                  </a:cubicBezTo>
                  <a:close/>
                </a:path>
              </a:pathLst>
            </a:custGeom>
            <a:gradFill>
              <a:gsLst>
                <a:gs pos="0">
                  <a:srgbClr val="3D73AF"/>
                </a:gs>
                <a:gs pos="100000">
                  <a:srgbClr val="00AFA0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83" name="Google Shape;83;p8"/>
          <p:cNvSpPr/>
          <p:nvPr/>
        </p:nvSpPr>
        <p:spPr>
          <a:xfrm flipH="1" rot="-7200000">
            <a:off x="7714470" y="3451536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4" name="Google Shape;84;p8"/>
          <p:cNvSpPr txBox="1"/>
          <p:nvPr>
            <p:ph type="title"/>
          </p:nvPr>
        </p:nvSpPr>
        <p:spPr>
          <a:xfrm>
            <a:off x="713225" y="3191000"/>
            <a:ext cx="2271000" cy="12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-6992717" y="-12"/>
            <a:ext cx="9140925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/>
          <p:nvPr/>
        </p:nvSpPr>
        <p:spPr>
          <a:xfrm>
            <a:off x="0" y="-4775"/>
            <a:ext cx="9144000" cy="5143500"/>
          </a:xfrm>
          <a:prstGeom prst="rect">
            <a:avLst/>
          </a:prstGeom>
          <a:gradFill>
            <a:gsLst>
              <a:gs pos="0">
                <a:srgbClr val="3D73AF"/>
              </a:gs>
              <a:gs pos="100000">
                <a:srgbClr val="00AFA0"/>
              </a:gs>
            </a:gsLst>
            <a:lin ang="108014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1533" y="0"/>
            <a:ext cx="9140925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9"/>
          <p:cNvSpPr/>
          <p:nvPr/>
        </p:nvSpPr>
        <p:spPr>
          <a:xfrm flipH="1" rot="-7200000">
            <a:off x="-1961155" y="2908661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0" name="Google Shape;9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9"/>
          <p:cNvSpPr txBox="1"/>
          <p:nvPr>
            <p:ph type="title"/>
          </p:nvPr>
        </p:nvSpPr>
        <p:spPr>
          <a:xfrm>
            <a:off x="713250" y="2235450"/>
            <a:ext cx="7717500" cy="6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9"/>
          <p:cNvSpPr txBox="1"/>
          <p:nvPr>
            <p:ph hasCustomPrompt="1" idx="2" type="title"/>
          </p:nvPr>
        </p:nvSpPr>
        <p:spPr>
          <a:xfrm>
            <a:off x="713250" y="1695275"/>
            <a:ext cx="7717500" cy="5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9"/>
          <p:cNvSpPr txBox="1"/>
          <p:nvPr>
            <p:ph idx="1" type="subTitle"/>
          </p:nvPr>
        </p:nvSpPr>
        <p:spPr>
          <a:xfrm>
            <a:off x="713225" y="2943325"/>
            <a:ext cx="77175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4" name="Google Shape;94;p9"/>
          <p:cNvGrpSpPr/>
          <p:nvPr/>
        </p:nvGrpSpPr>
        <p:grpSpPr>
          <a:xfrm flipH="1" rot="10800000">
            <a:off x="7429503" y="3885802"/>
            <a:ext cx="1724010" cy="1267222"/>
            <a:chOff x="7429503" y="-9546"/>
            <a:chExt cx="1724010" cy="1267222"/>
          </a:xfrm>
        </p:grpSpPr>
        <p:sp>
          <p:nvSpPr>
            <p:cNvPr id="95" name="Google Shape;95;p9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6" name="Google Shape;96;p9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97" name="Google Shape;97;p9"/>
          <p:cNvGrpSpPr/>
          <p:nvPr/>
        </p:nvGrpSpPr>
        <p:grpSpPr>
          <a:xfrm flipH="1" rot="10800000">
            <a:off x="-9538" y="-9546"/>
            <a:ext cx="1724064" cy="1267222"/>
            <a:chOff x="-9538" y="3885802"/>
            <a:chExt cx="1724064" cy="1267222"/>
          </a:xfrm>
        </p:grpSpPr>
        <p:sp>
          <p:nvSpPr>
            <p:cNvPr id="98" name="Google Shape;98;p9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9" name="Google Shape;99;p9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lumns">
  <p:cSld name="SECTION_TITLE_AND_DESCRIPTION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0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102" name="Google Shape;102;p10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04" name="Google Shape;104;p10"/>
          <p:cNvGrpSpPr/>
          <p:nvPr/>
        </p:nvGrpSpPr>
        <p:grpSpPr>
          <a:xfrm>
            <a:off x="-9538" y="3885802"/>
            <a:ext cx="1724064" cy="1267222"/>
            <a:chOff x="-9538" y="3885802"/>
            <a:chExt cx="1724064" cy="1267222"/>
          </a:xfrm>
        </p:grpSpPr>
        <p:sp>
          <p:nvSpPr>
            <p:cNvPr id="105" name="Google Shape;105;p10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6" name="Google Shape;106;p10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07" name="Google Shape;107;p10"/>
          <p:cNvSpPr/>
          <p:nvPr/>
        </p:nvSpPr>
        <p:spPr>
          <a:xfrm flipH="1" rot="-7200000">
            <a:off x="7497170" y="3308711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" name="Google Shape;108;p10"/>
          <p:cNvSpPr txBox="1"/>
          <p:nvPr>
            <p:ph type="title"/>
          </p:nvPr>
        </p:nvSpPr>
        <p:spPr>
          <a:xfrm>
            <a:off x="713202" y="539496"/>
            <a:ext cx="77175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9" name="Google Shape;109;p10"/>
          <p:cNvSpPr txBox="1"/>
          <p:nvPr>
            <p:ph idx="1" type="subTitle"/>
          </p:nvPr>
        </p:nvSpPr>
        <p:spPr>
          <a:xfrm>
            <a:off x="713188" y="1325355"/>
            <a:ext cx="12012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10" name="Google Shape;110;p10"/>
          <p:cNvSpPr txBox="1"/>
          <p:nvPr>
            <p:ph idx="2" type="subTitle"/>
          </p:nvPr>
        </p:nvSpPr>
        <p:spPr>
          <a:xfrm>
            <a:off x="4580713" y="1325355"/>
            <a:ext cx="11979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11" name="Google Shape;111;p10"/>
          <p:cNvSpPr txBox="1"/>
          <p:nvPr>
            <p:ph idx="3" type="subTitle"/>
          </p:nvPr>
        </p:nvSpPr>
        <p:spPr>
          <a:xfrm>
            <a:off x="713188" y="1795155"/>
            <a:ext cx="3752700" cy="28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10"/>
          <p:cNvSpPr txBox="1"/>
          <p:nvPr>
            <p:ph idx="4" type="subTitle"/>
          </p:nvPr>
        </p:nvSpPr>
        <p:spPr>
          <a:xfrm>
            <a:off x="4580713" y="1795155"/>
            <a:ext cx="3749100" cy="28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gradFill>
          <a:gsLst>
            <a:gs pos="0">
              <a:srgbClr val="33CCCC"/>
            </a:gs>
            <a:gs pos="100000">
              <a:srgbClr val="0084B4"/>
            </a:gs>
          </a:gsLst>
          <a:lin ang="2698631" scaled="0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713225" y="2064600"/>
            <a:ext cx="7717500" cy="10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"/>
              <a:buNone/>
              <a:defRPr sz="6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"/>
              <a:buNone/>
              <a:defRPr sz="6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"/>
              <a:buNone/>
              <a:defRPr sz="6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"/>
              <a:buNone/>
              <a:defRPr sz="6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"/>
              <a:buNone/>
              <a:defRPr sz="6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"/>
              <a:buNone/>
              <a:defRPr sz="6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"/>
              <a:buNone/>
              <a:defRPr sz="6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nton"/>
              <a:buNone/>
              <a:defRPr sz="6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16" name="Google Shape;116;p11"/>
          <p:cNvSpPr/>
          <p:nvPr/>
        </p:nvSpPr>
        <p:spPr>
          <a:xfrm>
            <a:off x="0" y="0"/>
            <a:ext cx="9239400" cy="5191200"/>
          </a:xfrm>
          <a:prstGeom prst="rect">
            <a:avLst/>
          </a:prstGeom>
          <a:gradFill>
            <a:gsLst>
              <a:gs pos="0">
                <a:srgbClr val="3D73AF"/>
              </a:gs>
              <a:gs pos="100000">
                <a:srgbClr val="00AFA0"/>
              </a:gs>
            </a:gsLst>
            <a:lin ang="108014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1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>
            <a:off x="-10000" y="-9487"/>
            <a:ext cx="9259421" cy="52101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11"/>
          <p:cNvGrpSpPr/>
          <p:nvPr/>
        </p:nvGrpSpPr>
        <p:grpSpPr>
          <a:xfrm flipH="1" rot="10800000">
            <a:off x="7562853" y="3933427"/>
            <a:ext cx="1676385" cy="1295797"/>
            <a:chOff x="7429503" y="-38121"/>
            <a:chExt cx="1676385" cy="1295797"/>
          </a:xfrm>
        </p:grpSpPr>
        <p:sp>
          <p:nvSpPr>
            <p:cNvPr id="119" name="Google Shape;119;p11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20" name="Google Shape;120;p11"/>
            <p:cNvSpPr/>
            <p:nvPr/>
          </p:nvSpPr>
          <p:spPr>
            <a:xfrm flipH="1" rot="10800000">
              <a:off x="7458078" y="-38121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21" name="Google Shape;121;p11"/>
          <p:cNvGrpSpPr/>
          <p:nvPr/>
        </p:nvGrpSpPr>
        <p:grpSpPr>
          <a:xfrm flipH="1" rot="10800000">
            <a:off x="-9538" y="-9546"/>
            <a:ext cx="1724064" cy="1267222"/>
            <a:chOff x="-9538" y="3885802"/>
            <a:chExt cx="1724064" cy="1267222"/>
          </a:xfrm>
        </p:grpSpPr>
        <p:sp>
          <p:nvSpPr>
            <p:cNvPr id="122" name="Google Shape;122;p11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>
            <p:ph hasCustomPrompt="1" type="title"/>
          </p:nvPr>
        </p:nvSpPr>
        <p:spPr>
          <a:xfrm>
            <a:off x="713250" y="1742900"/>
            <a:ext cx="7717500" cy="11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6" name="Google Shape;126;p12"/>
          <p:cNvSpPr txBox="1"/>
          <p:nvPr>
            <p:ph idx="1" type="body"/>
          </p:nvPr>
        </p:nvSpPr>
        <p:spPr>
          <a:xfrm>
            <a:off x="713225" y="2923625"/>
            <a:ext cx="77175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12"/>
          <p:cNvSpPr/>
          <p:nvPr/>
        </p:nvSpPr>
        <p:spPr>
          <a:xfrm flipH="1" rot="-7200000">
            <a:off x="-1127255" y="510511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8" name="Google Shape;128;p12"/>
          <p:cNvSpPr/>
          <p:nvPr/>
        </p:nvSpPr>
        <p:spPr>
          <a:xfrm flipH="1" rot="-7200000">
            <a:off x="7232545" y="707386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29" name="Google Shape;129;p12"/>
          <p:cNvGrpSpPr/>
          <p:nvPr/>
        </p:nvGrpSpPr>
        <p:grpSpPr>
          <a:xfrm rot="10800000">
            <a:off x="3" y="3876279"/>
            <a:ext cx="1724010" cy="1267222"/>
            <a:chOff x="7429503" y="-9546"/>
            <a:chExt cx="1724010" cy="1267222"/>
          </a:xfrm>
        </p:grpSpPr>
        <p:sp>
          <p:nvSpPr>
            <p:cNvPr id="130" name="Google Shape;130;p12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31" name="Google Shape;131;p12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132" name="Google Shape;132;p12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133" name="Google Shape;133;p12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34" name="Google Shape;134;p12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BLANK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8" name="Google Shape;138;p14"/>
          <p:cNvSpPr/>
          <p:nvPr/>
        </p:nvSpPr>
        <p:spPr>
          <a:xfrm flipH="1" rot="-7200000">
            <a:off x="-941980" y="3425586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39" name="Google Shape;139;p14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140" name="Google Shape;140;p14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42" name="Google Shape;142;p14"/>
          <p:cNvSpPr txBox="1"/>
          <p:nvPr>
            <p:ph idx="1" type="subTitle"/>
          </p:nvPr>
        </p:nvSpPr>
        <p:spPr>
          <a:xfrm>
            <a:off x="1202050" y="2984573"/>
            <a:ext cx="1508400" cy="2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143" name="Google Shape;143;p14"/>
          <p:cNvSpPr txBox="1"/>
          <p:nvPr>
            <p:ph idx="2" type="subTitle"/>
          </p:nvPr>
        </p:nvSpPr>
        <p:spPr>
          <a:xfrm>
            <a:off x="976600" y="3448023"/>
            <a:ext cx="19593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3927742" y="2984573"/>
            <a:ext cx="1508400" cy="2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3703479" y="3448025"/>
            <a:ext cx="19569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4"/>
          <p:cNvSpPr txBox="1"/>
          <p:nvPr>
            <p:ph idx="5" type="subTitle"/>
          </p:nvPr>
        </p:nvSpPr>
        <p:spPr>
          <a:xfrm>
            <a:off x="6545807" y="2984573"/>
            <a:ext cx="1508400" cy="2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147" name="Google Shape;147;p14"/>
          <p:cNvSpPr txBox="1"/>
          <p:nvPr>
            <p:ph idx="6" type="subTitle"/>
          </p:nvPr>
        </p:nvSpPr>
        <p:spPr>
          <a:xfrm>
            <a:off x="6321550" y="3448025"/>
            <a:ext cx="19569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8" name="Google Shape;148;p14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149" name="Google Shape;149;p14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2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15"/>
          <p:cNvGrpSpPr/>
          <p:nvPr/>
        </p:nvGrpSpPr>
        <p:grpSpPr>
          <a:xfrm flipH="1">
            <a:off x="-9522" y="-9534"/>
            <a:ext cx="1724010" cy="1267222"/>
            <a:chOff x="7429503" y="-9546"/>
            <a:chExt cx="1724010" cy="1267222"/>
          </a:xfrm>
        </p:grpSpPr>
        <p:sp>
          <p:nvSpPr>
            <p:cNvPr id="153" name="Google Shape;153;p15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55" name="Google Shape;155;p15"/>
          <p:cNvSpPr/>
          <p:nvPr/>
        </p:nvSpPr>
        <p:spPr>
          <a:xfrm>
            <a:off x="5762625" y="0"/>
            <a:ext cx="3305162" cy="5143500"/>
          </a:xfrm>
          <a:custGeom>
            <a:rect b="b" l="l" r="r" t="t"/>
            <a:pathLst>
              <a:path extrusionOk="0" h="21600" w="20931">
                <a:moveTo>
                  <a:pt x="4380" y="0"/>
                </a:moveTo>
                <a:lnTo>
                  <a:pt x="20931" y="0"/>
                </a:lnTo>
                <a:lnTo>
                  <a:pt x="20931" y="21600"/>
                </a:lnTo>
                <a:lnTo>
                  <a:pt x="2326" y="21600"/>
                </a:lnTo>
                <a:lnTo>
                  <a:pt x="2091" y="21279"/>
                </a:lnTo>
                <a:cubicBezTo>
                  <a:pt x="-291" y="17572"/>
                  <a:pt x="-669" y="13366"/>
                  <a:pt x="1117" y="10331"/>
                </a:cubicBezTo>
                <a:cubicBezTo>
                  <a:pt x="2519" y="7971"/>
                  <a:pt x="5153" y="6156"/>
                  <a:pt x="5053" y="3218"/>
                </a:cubicBezTo>
                <a:cubicBezTo>
                  <a:pt x="5034" y="2222"/>
                  <a:pt x="4662" y="1174"/>
                  <a:pt x="4410" y="13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ans Pr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5838825" y="0"/>
            <a:ext cx="3305162" cy="5143500"/>
          </a:xfrm>
          <a:custGeom>
            <a:rect b="b" l="l" r="r" t="t"/>
            <a:pathLst>
              <a:path extrusionOk="0" h="21600" w="20931">
                <a:moveTo>
                  <a:pt x="4380" y="0"/>
                </a:moveTo>
                <a:lnTo>
                  <a:pt x="20931" y="0"/>
                </a:lnTo>
                <a:lnTo>
                  <a:pt x="20931" y="21600"/>
                </a:lnTo>
                <a:lnTo>
                  <a:pt x="2326" y="21600"/>
                </a:lnTo>
                <a:lnTo>
                  <a:pt x="2091" y="21279"/>
                </a:lnTo>
                <a:cubicBezTo>
                  <a:pt x="-291" y="17572"/>
                  <a:pt x="-669" y="13366"/>
                  <a:pt x="1117" y="10331"/>
                </a:cubicBezTo>
                <a:cubicBezTo>
                  <a:pt x="2519" y="7971"/>
                  <a:pt x="5153" y="6156"/>
                  <a:pt x="5053" y="3218"/>
                </a:cubicBezTo>
                <a:cubicBezTo>
                  <a:pt x="5034" y="2222"/>
                  <a:pt x="4662" y="1174"/>
                  <a:pt x="4410" y="137"/>
                </a:cubicBezTo>
                <a:close/>
              </a:path>
            </a:pathLst>
          </a:custGeom>
          <a:gradFill>
            <a:gsLst>
              <a:gs pos="0">
                <a:srgbClr val="3D73AF"/>
              </a:gs>
              <a:gs pos="100000">
                <a:srgbClr val="00AFA0"/>
              </a:gs>
            </a:gsLst>
            <a:lin ang="10801400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ans Pr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7" name="Google Shape;157;p15"/>
          <p:cNvSpPr txBox="1"/>
          <p:nvPr>
            <p:ph type="title"/>
          </p:nvPr>
        </p:nvSpPr>
        <p:spPr>
          <a:xfrm>
            <a:off x="1004235" y="996700"/>
            <a:ext cx="25728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8" name="Google Shape;158;p15"/>
          <p:cNvSpPr/>
          <p:nvPr/>
        </p:nvSpPr>
        <p:spPr>
          <a:xfrm flipH="1" rot="-7200000">
            <a:off x="6906620" y="-136764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9" name="Google Shape;159;p15"/>
          <p:cNvSpPr/>
          <p:nvPr/>
        </p:nvSpPr>
        <p:spPr>
          <a:xfrm flipH="1" rot="-7200000">
            <a:off x="-941980" y="3425586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0" name="Google Shape;160;p15"/>
          <p:cNvSpPr txBox="1"/>
          <p:nvPr>
            <p:ph idx="1" type="subTitle"/>
          </p:nvPr>
        </p:nvSpPr>
        <p:spPr>
          <a:xfrm>
            <a:off x="1004224" y="1590675"/>
            <a:ext cx="3249300" cy="13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2" type="subTitle"/>
          </p:nvPr>
        </p:nvSpPr>
        <p:spPr>
          <a:xfrm>
            <a:off x="1004235" y="4343400"/>
            <a:ext cx="3249300" cy="2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5"/>
          <p:cNvSpPr txBox="1"/>
          <p:nvPr/>
        </p:nvSpPr>
        <p:spPr>
          <a:xfrm>
            <a:off x="1004235" y="3524250"/>
            <a:ext cx="39822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CREDITS</a:t>
            </a:r>
            <a:r>
              <a:rPr lang="en" sz="12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 </a:t>
            </a:r>
            <a:endParaRPr b="1"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3" name="Google Shape;163;p15"/>
          <p:cNvSpPr/>
          <p:nvPr/>
        </p:nvSpPr>
        <p:spPr>
          <a:xfrm flipH="1" rot="-7200000">
            <a:off x="6392270" y="2387361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/>
          <p:nvPr/>
        </p:nvSpPr>
        <p:spPr>
          <a:xfrm>
            <a:off x="7455425" y="0"/>
            <a:ext cx="2161701" cy="5187132"/>
          </a:xfrm>
          <a:custGeom>
            <a:rect b="b" l="l" r="r" t="t"/>
            <a:pathLst>
              <a:path extrusionOk="0" h="21600" w="20931">
                <a:moveTo>
                  <a:pt x="4380" y="0"/>
                </a:moveTo>
                <a:lnTo>
                  <a:pt x="20931" y="0"/>
                </a:lnTo>
                <a:lnTo>
                  <a:pt x="20931" y="21600"/>
                </a:lnTo>
                <a:lnTo>
                  <a:pt x="2326" y="21600"/>
                </a:lnTo>
                <a:lnTo>
                  <a:pt x="2091" y="21279"/>
                </a:lnTo>
                <a:cubicBezTo>
                  <a:pt x="-291" y="17572"/>
                  <a:pt x="-669" y="13366"/>
                  <a:pt x="1117" y="10331"/>
                </a:cubicBezTo>
                <a:cubicBezTo>
                  <a:pt x="2519" y="7971"/>
                  <a:pt x="5153" y="6156"/>
                  <a:pt x="5053" y="3218"/>
                </a:cubicBezTo>
                <a:cubicBezTo>
                  <a:pt x="5034" y="2222"/>
                  <a:pt x="4662" y="1174"/>
                  <a:pt x="4410" y="13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ans Pr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7531625" y="0"/>
            <a:ext cx="2161701" cy="5187132"/>
          </a:xfrm>
          <a:custGeom>
            <a:rect b="b" l="l" r="r" t="t"/>
            <a:pathLst>
              <a:path extrusionOk="0" h="21600" w="20931">
                <a:moveTo>
                  <a:pt x="4380" y="0"/>
                </a:moveTo>
                <a:lnTo>
                  <a:pt x="20931" y="0"/>
                </a:lnTo>
                <a:lnTo>
                  <a:pt x="20931" y="21600"/>
                </a:lnTo>
                <a:lnTo>
                  <a:pt x="2326" y="21600"/>
                </a:lnTo>
                <a:lnTo>
                  <a:pt x="2091" y="21279"/>
                </a:lnTo>
                <a:cubicBezTo>
                  <a:pt x="-291" y="17572"/>
                  <a:pt x="-669" y="13366"/>
                  <a:pt x="1117" y="10331"/>
                </a:cubicBezTo>
                <a:cubicBezTo>
                  <a:pt x="2519" y="7971"/>
                  <a:pt x="5153" y="6156"/>
                  <a:pt x="5053" y="3218"/>
                </a:cubicBezTo>
                <a:cubicBezTo>
                  <a:pt x="5034" y="2222"/>
                  <a:pt x="4662" y="1174"/>
                  <a:pt x="4410" y="137"/>
                </a:cubicBezTo>
                <a:close/>
              </a:path>
            </a:pathLst>
          </a:custGeom>
          <a:gradFill>
            <a:gsLst>
              <a:gs pos="0">
                <a:srgbClr val="3D73AF"/>
              </a:gs>
              <a:gs pos="100000">
                <a:srgbClr val="00AFA0"/>
              </a:gs>
            </a:gsLst>
            <a:lin ang="10801400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ans Pr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7" name="Google Shape;167;p16"/>
          <p:cNvSpPr txBox="1"/>
          <p:nvPr>
            <p:ph type="title"/>
          </p:nvPr>
        </p:nvSpPr>
        <p:spPr>
          <a:xfrm>
            <a:off x="713225" y="539500"/>
            <a:ext cx="65067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168" name="Google Shape;168;p16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169" name="Google Shape;169;p16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71" name="Google Shape;171;p16"/>
          <p:cNvSpPr txBox="1"/>
          <p:nvPr>
            <p:ph idx="1" type="subTitle"/>
          </p:nvPr>
        </p:nvSpPr>
        <p:spPr>
          <a:xfrm>
            <a:off x="1609725" y="1668960"/>
            <a:ext cx="2181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2" type="subTitle"/>
          </p:nvPr>
        </p:nvSpPr>
        <p:spPr>
          <a:xfrm>
            <a:off x="1609725" y="2076375"/>
            <a:ext cx="1980900" cy="8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6"/>
          <p:cNvSpPr txBox="1"/>
          <p:nvPr>
            <p:ph hasCustomPrompt="1" idx="3" type="title"/>
          </p:nvPr>
        </p:nvSpPr>
        <p:spPr>
          <a:xfrm>
            <a:off x="860219" y="1668960"/>
            <a:ext cx="486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74" name="Google Shape;174;p16"/>
          <p:cNvSpPr txBox="1"/>
          <p:nvPr>
            <p:ph idx="4" type="subTitle"/>
          </p:nvPr>
        </p:nvSpPr>
        <p:spPr>
          <a:xfrm>
            <a:off x="1609725" y="3497760"/>
            <a:ext cx="2181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6"/>
          <p:cNvSpPr txBox="1"/>
          <p:nvPr>
            <p:ph idx="5" type="subTitle"/>
          </p:nvPr>
        </p:nvSpPr>
        <p:spPr>
          <a:xfrm>
            <a:off x="1609725" y="3905175"/>
            <a:ext cx="1980900" cy="8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6"/>
          <p:cNvSpPr txBox="1"/>
          <p:nvPr>
            <p:ph hasCustomPrompt="1" idx="6" type="title"/>
          </p:nvPr>
        </p:nvSpPr>
        <p:spPr>
          <a:xfrm>
            <a:off x="861419" y="3497910"/>
            <a:ext cx="484500" cy="3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77" name="Google Shape;177;p16"/>
          <p:cNvSpPr txBox="1"/>
          <p:nvPr>
            <p:ph idx="7" type="subTitle"/>
          </p:nvPr>
        </p:nvSpPr>
        <p:spPr>
          <a:xfrm>
            <a:off x="5038725" y="1668960"/>
            <a:ext cx="2181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6"/>
          <p:cNvSpPr txBox="1"/>
          <p:nvPr>
            <p:ph idx="8" type="subTitle"/>
          </p:nvPr>
        </p:nvSpPr>
        <p:spPr>
          <a:xfrm>
            <a:off x="5038725" y="2076375"/>
            <a:ext cx="1980900" cy="8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6"/>
          <p:cNvSpPr txBox="1"/>
          <p:nvPr>
            <p:ph hasCustomPrompt="1" idx="9" type="title"/>
          </p:nvPr>
        </p:nvSpPr>
        <p:spPr>
          <a:xfrm>
            <a:off x="4366619" y="1669110"/>
            <a:ext cx="484500" cy="3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80" name="Google Shape;180;p16"/>
          <p:cNvSpPr txBox="1"/>
          <p:nvPr>
            <p:ph idx="13" type="subTitle"/>
          </p:nvPr>
        </p:nvSpPr>
        <p:spPr>
          <a:xfrm>
            <a:off x="5038725" y="3497760"/>
            <a:ext cx="2181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6"/>
          <p:cNvSpPr txBox="1"/>
          <p:nvPr>
            <p:ph idx="14" type="subTitle"/>
          </p:nvPr>
        </p:nvSpPr>
        <p:spPr>
          <a:xfrm>
            <a:off x="5038725" y="3905175"/>
            <a:ext cx="1980900" cy="8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6"/>
          <p:cNvSpPr txBox="1"/>
          <p:nvPr>
            <p:ph hasCustomPrompt="1" idx="15" type="title"/>
          </p:nvPr>
        </p:nvSpPr>
        <p:spPr>
          <a:xfrm>
            <a:off x="4366619" y="3497910"/>
            <a:ext cx="484500" cy="3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83" name="Google Shape;183;p16"/>
          <p:cNvSpPr/>
          <p:nvPr/>
        </p:nvSpPr>
        <p:spPr>
          <a:xfrm flipH="1" rot="-7200000">
            <a:off x="8136845" y="880986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photo">
  <p:cSld name="BLANK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7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186" name="Google Shape;186;p17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88" name="Google Shape;188;p17"/>
          <p:cNvSpPr txBox="1"/>
          <p:nvPr>
            <p:ph type="title"/>
          </p:nvPr>
        </p:nvSpPr>
        <p:spPr>
          <a:xfrm>
            <a:off x="5067300" y="1552575"/>
            <a:ext cx="31842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17"/>
          <p:cNvSpPr/>
          <p:nvPr/>
        </p:nvSpPr>
        <p:spPr>
          <a:xfrm flipH="1" rot="-7200000">
            <a:off x="7634357" y="3084361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0" name="Google Shape;190;p17"/>
          <p:cNvSpPr/>
          <p:nvPr/>
        </p:nvSpPr>
        <p:spPr>
          <a:xfrm flipH="1" rot="-7200000">
            <a:off x="-1462018" y="-1151264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1" name="Google Shape;191;p17"/>
          <p:cNvSpPr txBox="1"/>
          <p:nvPr>
            <p:ph idx="1" type="subTitle"/>
          </p:nvPr>
        </p:nvSpPr>
        <p:spPr>
          <a:xfrm>
            <a:off x="5067300" y="2334325"/>
            <a:ext cx="3184200" cy="9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photo2">
  <p:cSld name="BLANK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8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194" name="Google Shape;194;p18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95" name="Google Shape;195;p18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96" name="Google Shape;196;p18"/>
          <p:cNvSpPr txBox="1"/>
          <p:nvPr>
            <p:ph type="title"/>
          </p:nvPr>
        </p:nvSpPr>
        <p:spPr>
          <a:xfrm>
            <a:off x="4436375" y="1552575"/>
            <a:ext cx="3994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7" name="Google Shape;197;p18"/>
          <p:cNvSpPr/>
          <p:nvPr/>
        </p:nvSpPr>
        <p:spPr>
          <a:xfrm flipH="1" rot="-7200000">
            <a:off x="7634357" y="3084361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8" name="Google Shape;198;p18"/>
          <p:cNvSpPr/>
          <p:nvPr/>
        </p:nvSpPr>
        <p:spPr>
          <a:xfrm flipH="1" rot="-7200000">
            <a:off x="-1462018" y="-1151264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9" name="Google Shape;199;p18"/>
          <p:cNvSpPr txBox="1"/>
          <p:nvPr>
            <p:ph idx="1" type="subTitle"/>
          </p:nvPr>
        </p:nvSpPr>
        <p:spPr>
          <a:xfrm>
            <a:off x="4436375" y="2334325"/>
            <a:ext cx="3994500" cy="9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0" name="Google Shape;200;p18"/>
          <p:cNvGrpSpPr/>
          <p:nvPr/>
        </p:nvGrpSpPr>
        <p:grpSpPr>
          <a:xfrm>
            <a:off x="3819529" y="1943322"/>
            <a:ext cx="2029619" cy="335562"/>
            <a:chOff x="3819529" y="1638522"/>
            <a:chExt cx="2029619" cy="335562"/>
          </a:xfrm>
        </p:grpSpPr>
        <p:sp>
          <p:nvSpPr>
            <p:cNvPr descr="Slidesgo" id="201" name="Google Shape;201;p18" title="Lines medical"/>
            <p:cNvSpPr/>
            <p:nvPr/>
          </p:nvSpPr>
          <p:spPr>
            <a:xfrm flipH="1">
              <a:off x="3819529" y="1638522"/>
              <a:ext cx="570255" cy="335562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descr="Slidesgo" id="202" name="Google Shape;202;p18" title="Lines"/>
            <p:cNvSpPr/>
            <p:nvPr/>
          </p:nvSpPr>
          <p:spPr>
            <a:xfrm flipH="1">
              <a:off x="4331748" y="1848248"/>
              <a:ext cx="1517400" cy="27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03" name="Google Shape;203;p18"/>
          <p:cNvGrpSpPr/>
          <p:nvPr/>
        </p:nvGrpSpPr>
        <p:grpSpPr>
          <a:xfrm>
            <a:off x="3" y="3876279"/>
            <a:ext cx="1724010" cy="1267222"/>
            <a:chOff x="3" y="3876279"/>
            <a:chExt cx="1724010" cy="1267222"/>
          </a:xfrm>
        </p:grpSpPr>
        <p:sp>
          <p:nvSpPr>
            <p:cNvPr id="204" name="Google Shape;204;p18"/>
            <p:cNvSpPr/>
            <p:nvPr/>
          </p:nvSpPr>
          <p:spPr>
            <a:xfrm flipH="1">
              <a:off x="76203" y="3876279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 flipH="1">
              <a:off x="3" y="3876279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1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 txBox="1"/>
          <p:nvPr>
            <p:ph type="title"/>
          </p:nvPr>
        </p:nvSpPr>
        <p:spPr>
          <a:xfrm>
            <a:off x="2814900" y="3287395"/>
            <a:ext cx="33618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19"/>
          <p:cNvSpPr/>
          <p:nvPr/>
        </p:nvSpPr>
        <p:spPr>
          <a:xfrm flipH="1" rot="-7200000">
            <a:off x="7835707" y="3199611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09" name="Google Shape;209;p19"/>
          <p:cNvSpPr/>
          <p:nvPr/>
        </p:nvSpPr>
        <p:spPr>
          <a:xfrm flipH="1" rot="-7200000">
            <a:off x="-1556693" y="-1645939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0" name="Google Shape;210;p19"/>
          <p:cNvSpPr txBox="1"/>
          <p:nvPr>
            <p:ph idx="1" type="subTitle"/>
          </p:nvPr>
        </p:nvSpPr>
        <p:spPr>
          <a:xfrm>
            <a:off x="2236050" y="1752619"/>
            <a:ext cx="4519500" cy="1666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/>
        </p:txBody>
      </p:sp>
      <p:grpSp>
        <p:nvGrpSpPr>
          <p:cNvPr id="211" name="Google Shape;211;p19"/>
          <p:cNvGrpSpPr/>
          <p:nvPr/>
        </p:nvGrpSpPr>
        <p:grpSpPr>
          <a:xfrm rot="10800000">
            <a:off x="3" y="3876279"/>
            <a:ext cx="1724010" cy="1267222"/>
            <a:chOff x="7429503" y="-9546"/>
            <a:chExt cx="1724010" cy="1267222"/>
          </a:xfrm>
        </p:grpSpPr>
        <p:sp>
          <p:nvSpPr>
            <p:cNvPr id="212" name="Google Shape;212;p19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13" name="Google Shape;213;p19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14" name="Google Shape;214;p19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215" name="Google Shape;215;p19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16" name="Google Shape;216;p19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19" name="Google Shape;219;p20"/>
          <p:cNvSpPr/>
          <p:nvPr/>
        </p:nvSpPr>
        <p:spPr>
          <a:xfrm flipH="1" rot="-7200000">
            <a:off x="-3099480" y="-2784714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220" name="Google Shape;220;p20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221" name="Google Shape;221;p20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223" name="Google Shape;223;p20"/>
          <p:cNvSpPr/>
          <p:nvPr/>
        </p:nvSpPr>
        <p:spPr>
          <a:xfrm flipH="1" rot="-7200000">
            <a:off x="7966195" y="1396561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4" name="Google Shape;224;p20"/>
          <p:cNvSpPr txBox="1"/>
          <p:nvPr>
            <p:ph idx="1" type="subTitle"/>
          </p:nvPr>
        </p:nvSpPr>
        <p:spPr>
          <a:xfrm>
            <a:off x="759697" y="3057264"/>
            <a:ext cx="1828800" cy="3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0"/>
          <p:cNvSpPr txBox="1"/>
          <p:nvPr>
            <p:ph idx="2" type="subTitle"/>
          </p:nvPr>
        </p:nvSpPr>
        <p:spPr>
          <a:xfrm>
            <a:off x="759700" y="3523036"/>
            <a:ext cx="18288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0"/>
          <p:cNvSpPr txBox="1"/>
          <p:nvPr>
            <p:ph hasCustomPrompt="1" idx="3" type="title"/>
          </p:nvPr>
        </p:nvSpPr>
        <p:spPr>
          <a:xfrm>
            <a:off x="1242847" y="1920155"/>
            <a:ext cx="8625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0"/>
          <p:cNvSpPr txBox="1"/>
          <p:nvPr>
            <p:ph idx="4" type="subTitle"/>
          </p:nvPr>
        </p:nvSpPr>
        <p:spPr>
          <a:xfrm>
            <a:off x="2689831" y="3057264"/>
            <a:ext cx="1828800" cy="3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0"/>
          <p:cNvSpPr txBox="1"/>
          <p:nvPr>
            <p:ph idx="5" type="subTitle"/>
          </p:nvPr>
        </p:nvSpPr>
        <p:spPr>
          <a:xfrm>
            <a:off x="2689834" y="3523036"/>
            <a:ext cx="18288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0"/>
          <p:cNvSpPr txBox="1"/>
          <p:nvPr>
            <p:ph hasCustomPrompt="1" idx="6" type="title"/>
          </p:nvPr>
        </p:nvSpPr>
        <p:spPr>
          <a:xfrm>
            <a:off x="3172981" y="1920155"/>
            <a:ext cx="8625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t>xx%</a:t>
            </a:r>
          </a:p>
        </p:txBody>
      </p:sp>
      <p:sp>
        <p:nvSpPr>
          <p:cNvPr id="230" name="Google Shape;230;p20"/>
          <p:cNvSpPr txBox="1"/>
          <p:nvPr>
            <p:ph idx="7" type="subTitle"/>
          </p:nvPr>
        </p:nvSpPr>
        <p:spPr>
          <a:xfrm>
            <a:off x="4620950" y="3057264"/>
            <a:ext cx="1833000" cy="3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0"/>
          <p:cNvSpPr txBox="1"/>
          <p:nvPr>
            <p:ph idx="8" type="subTitle"/>
          </p:nvPr>
        </p:nvSpPr>
        <p:spPr>
          <a:xfrm>
            <a:off x="4623052" y="3523036"/>
            <a:ext cx="18288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0"/>
          <p:cNvSpPr txBox="1"/>
          <p:nvPr>
            <p:ph hasCustomPrompt="1" idx="9" type="title"/>
          </p:nvPr>
        </p:nvSpPr>
        <p:spPr>
          <a:xfrm>
            <a:off x="5106200" y="1920155"/>
            <a:ext cx="8625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t>xx%</a:t>
            </a:r>
          </a:p>
        </p:txBody>
      </p:sp>
      <p:sp>
        <p:nvSpPr>
          <p:cNvPr id="233" name="Google Shape;233;p20"/>
          <p:cNvSpPr txBox="1"/>
          <p:nvPr>
            <p:ph idx="13" type="subTitle"/>
          </p:nvPr>
        </p:nvSpPr>
        <p:spPr>
          <a:xfrm>
            <a:off x="6554725" y="3057264"/>
            <a:ext cx="1828800" cy="3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0"/>
          <p:cNvSpPr txBox="1"/>
          <p:nvPr>
            <p:ph idx="14" type="subTitle"/>
          </p:nvPr>
        </p:nvSpPr>
        <p:spPr>
          <a:xfrm>
            <a:off x="6554726" y="3523036"/>
            <a:ext cx="18288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20"/>
          <p:cNvSpPr txBox="1"/>
          <p:nvPr>
            <p:ph hasCustomPrompt="1" idx="15" type="title"/>
          </p:nvPr>
        </p:nvSpPr>
        <p:spPr>
          <a:xfrm>
            <a:off x="7037875" y="1920155"/>
            <a:ext cx="8625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t>xx%</a:t>
            </a:r>
          </a:p>
        </p:txBody>
      </p:sp>
      <p:grpSp>
        <p:nvGrpSpPr>
          <p:cNvPr id="236" name="Google Shape;236;p20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237" name="Google Shape;237;p20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38" name="Google Shape;238;p20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39" name="Google Shape;239;p20"/>
          <p:cNvGrpSpPr/>
          <p:nvPr/>
        </p:nvGrpSpPr>
        <p:grpSpPr>
          <a:xfrm>
            <a:off x="-9538" y="3885802"/>
            <a:ext cx="1724064" cy="1267222"/>
            <a:chOff x="-9538" y="3885802"/>
            <a:chExt cx="1724064" cy="1267222"/>
          </a:xfrm>
        </p:grpSpPr>
        <p:sp>
          <p:nvSpPr>
            <p:cNvPr id="240" name="Google Shape;240;p20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/>
          <p:nvPr/>
        </p:nvSpPr>
        <p:spPr>
          <a:xfrm flipH="1" rot="-7200000">
            <a:off x="8106770" y="3510861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4" name="Google Shape;244;p2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45" name="Google Shape;245;p21"/>
          <p:cNvSpPr/>
          <p:nvPr/>
        </p:nvSpPr>
        <p:spPr>
          <a:xfrm flipH="1" rot="-7200000">
            <a:off x="-3099480" y="-2784714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246" name="Google Shape;246;p21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247" name="Google Shape;247;p21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249" name="Google Shape;249;p21"/>
          <p:cNvSpPr txBox="1"/>
          <p:nvPr>
            <p:ph idx="1" type="subTitle"/>
          </p:nvPr>
        </p:nvSpPr>
        <p:spPr>
          <a:xfrm>
            <a:off x="1266125" y="2364292"/>
            <a:ext cx="14667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redoka One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0" name="Google Shape;250;p21"/>
          <p:cNvSpPr txBox="1"/>
          <p:nvPr>
            <p:ph idx="2" type="subTitle"/>
          </p:nvPr>
        </p:nvSpPr>
        <p:spPr>
          <a:xfrm>
            <a:off x="1266125" y="1901712"/>
            <a:ext cx="14667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21"/>
          <p:cNvSpPr txBox="1"/>
          <p:nvPr>
            <p:ph idx="3" type="subTitle"/>
          </p:nvPr>
        </p:nvSpPr>
        <p:spPr>
          <a:xfrm>
            <a:off x="3838625" y="2364292"/>
            <a:ext cx="14667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redoka One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2" name="Google Shape;252;p21"/>
          <p:cNvSpPr txBox="1"/>
          <p:nvPr>
            <p:ph idx="4" type="subTitle"/>
          </p:nvPr>
        </p:nvSpPr>
        <p:spPr>
          <a:xfrm>
            <a:off x="3838625" y="1901712"/>
            <a:ext cx="14667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21"/>
          <p:cNvSpPr txBox="1"/>
          <p:nvPr>
            <p:ph idx="5" type="subTitle"/>
          </p:nvPr>
        </p:nvSpPr>
        <p:spPr>
          <a:xfrm>
            <a:off x="6411125" y="2364292"/>
            <a:ext cx="14667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redoka One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4" name="Google Shape;254;p21"/>
          <p:cNvSpPr txBox="1"/>
          <p:nvPr>
            <p:ph idx="6" type="subTitle"/>
          </p:nvPr>
        </p:nvSpPr>
        <p:spPr>
          <a:xfrm>
            <a:off x="6411125" y="1901712"/>
            <a:ext cx="14667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1"/>
          <p:cNvSpPr txBox="1"/>
          <p:nvPr>
            <p:ph idx="7" type="subTitle"/>
          </p:nvPr>
        </p:nvSpPr>
        <p:spPr>
          <a:xfrm>
            <a:off x="1266125" y="4059742"/>
            <a:ext cx="14667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redoka One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6" name="Google Shape;256;p21"/>
          <p:cNvSpPr txBox="1"/>
          <p:nvPr>
            <p:ph idx="8" type="subTitle"/>
          </p:nvPr>
        </p:nvSpPr>
        <p:spPr>
          <a:xfrm>
            <a:off x="1266125" y="3593511"/>
            <a:ext cx="14667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1"/>
          <p:cNvSpPr txBox="1"/>
          <p:nvPr>
            <p:ph idx="9" type="subTitle"/>
          </p:nvPr>
        </p:nvSpPr>
        <p:spPr>
          <a:xfrm>
            <a:off x="3838625" y="4059742"/>
            <a:ext cx="14667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redoka One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8" name="Google Shape;258;p21"/>
          <p:cNvSpPr txBox="1"/>
          <p:nvPr>
            <p:ph idx="13" type="subTitle"/>
          </p:nvPr>
        </p:nvSpPr>
        <p:spPr>
          <a:xfrm>
            <a:off x="3838625" y="3593511"/>
            <a:ext cx="14667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1"/>
          <p:cNvSpPr txBox="1"/>
          <p:nvPr>
            <p:ph idx="14" type="subTitle"/>
          </p:nvPr>
        </p:nvSpPr>
        <p:spPr>
          <a:xfrm>
            <a:off x="6411125" y="4059742"/>
            <a:ext cx="14667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redoka One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60" name="Google Shape;260;p21"/>
          <p:cNvSpPr txBox="1"/>
          <p:nvPr>
            <p:ph idx="15" type="subTitle"/>
          </p:nvPr>
        </p:nvSpPr>
        <p:spPr>
          <a:xfrm>
            <a:off x="6411125" y="3593511"/>
            <a:ext cx="14667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1" name="Google Shape;261;p21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262" name="Google Shape;262;p21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63" name="Google Shape;263;p21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64" name="Google Shape;264;p21"/>
          <p:cNvGrpSpPr/>
          <p:nvPr/>
        </p:nvGrpSpPr>
        <p:grpSpPr>
          <a:xfrm>
            <a:off x="-9538" y="3885802"/>
            <a:ext cx="1724064" cy="1267222"/>
            <a:chOff x="-9538" y="3885802"/>
            <a:chExt cx="1724064" cy="1267222"/>
          </a:xfrm>
        </p:grpSpPr>
        <p:sp>
          <p:nvSpPr>
            <p:cNvPr id="265" name="Google Shape;265;p21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66" name="Google Shape;266;p21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text">
  <p:cSld name="CUSTOM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D73AF"/>
              </a:gs>
              <a:gs pos="100000">
                <a:srgbClr val="00AFA0"/>
              </a:gs>
            </a:gsLst>
            <a:lin ang="108014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22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>
            <a:off x="-488" y="-19012"/>
            <a:ext cx="9259421" cy="521017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71" name="Google Shape;271;p22"/>
          <p:cNvSpPr/>
          <p:nvPr/>
        </p:nvSpPr>
        <p:spPr>
          <a:xfrm flipH="1" rot="-7200000">
            <a:off x="7373345" y="-1822689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2" name="Google Shape;272;p22"/>
          <p:cNvSpPr/>
          <p:nvPr/>
        </p:nvSpPr>
        <p:spPr>
          <a:xfrm flipH="1" rot="-7200000">
            <a:off x="-3099480" y="-2784714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273" name="Google Shape;273;p22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274" name="Google Shape;274;p22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276" name="Google Shape;276;p22"/>
          <p:cNvSpPr txBox="1"/>
          <p:nvPr>
            <p:ph idx="1" type="subTitle"/>
          </p:nvPr>
        </p:nvSpPr>
        <p:spPr>
          <a:xfrm>
            <a:off x="5819775" y="1036050"/>
            <a:ext cx="15429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22"/>
          <p:cNvSpPr txBox="1"/>
          <p:nvPr>
            <p:ph idx="2" type="subTitle"/>
          </p:nvPr>
        </p:nvSpPr>
        <p:spPr>
          <a:xfrm>
            <a:off x="5819775" y="2293350"/>
            <a:ext cx="15429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22"/>
          <p:cNvSpPr txBox="1"/>
          <p:nvPr>
            <p:ph idx="3" type="subTitle"/>
          </p:nvPr>
        </p:nvSpPr>
        <p:spPr>
          <a:xfrm>
            <a:off x="5819775" y="3550650"/>
            <a:ext cx="15429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9" name="Google Shape;279;p22"/>
          <p:cNvSpPr txBox="1"/>
          <p:nvPr>
            <p:ph idx="4" type="subTitle"/>
          </p:nvPr>
        </p:nvSpPr>
        <p:spPr>
          <a:xfrm>
            <a:off x="5819775" y="1506525"/>
            <a:ext cx="26193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22"/>
          <p:cNvSpPr txBox="1"/>
          <p:nvPr>
            <p:ph idx="5" type="subTitle"/>
          </p:nvPr>
        </p:nvSpPr>
        <p:spPr>
          <a:xfrm>
            <a:off x="5819775" y="2762250"/>
            <a:ext cx="26193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22"/>
          <p:cNvSpPr txBox="1"/>
          <p:nvPr>
            <p:ph idx="6" type="subTitle"/>
          </p:nvPr>
        </p:nvSpPr>
        <p:spPr>
          <a:xfrm>
            <a:off x="5819775" y="4019550"/>
            <a:ext cx="26193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2" name="Google Shape;282;p22"/>
          <p:cNvGrpSpPr/>
          <p:nvPr/>
        </p:nvGrpSpPr>
        <p:grpSpPr>
          <a:xfrm rot="10800000">
            <a:off x="7467462" y="-6104"/>
            <a:ext cx="1724064" cy="1267222"/>
            <a:chOff x="-9538" y="3885802"/>
            <a:chExt cx="1724064" cy="1267222"/>
          </a:xfrm>
        </p:grpSpPr>
        <p:sp>
          <p:nvSpPr>
            <p:cNvPr id="283" name="Google Shape;283;p22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84" name="Google Shape;284;p22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D73AF"/>
              </a:gs>
              <a:gs pos="100000">
                <a:srgbClr val="00AFA0"/>
              </a:gs>
            </a:gsLst>
            <a:lin ang="108014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23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>
            <a:off x="-488" y="-19012"/>
            <a:ext cx="9259421" cy="521017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/>
          <p:nvPr/>
        </p:nvSpPr>
        <p:spPr>
          <a:xfrm flipH="1" rot="-7200000">
            <a:off x="7373345" y="-1822689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9" name="Google Shape;289;p23"/>
          <p:cNvSpPr/>
          <p:nvPr/>
        </p:nvSpPr>
        <p:spPr>
          <a:xfrm flipH="1" rot="-7200000">
            <a:off x="-3099480" y="-2784714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dashboard">
  <p:cSld name="CUSTOM_1_1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24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292" name="Google Shape;292;p24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93" name="Google Shape;293;p24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94" name="Google Shape;294;p24"/>
          <p:cNvGrpSpPr/>
          <p:nvPr/>
        </p:nvGrpSpPr>
        <p:grpSpPr>
          <a:xfrm>
            <a:off x="-9538" y="3885802"/>
            <a:ext cx="1724064" cy="1267222"/>
            <a:chOff x="-9538" y="3885802"/>
            <a:chExt cx="1724064" cy="1267222"/>
          </a:xfrm>
        </p:grpSpPr>
        <p:sp>
          <p:nvSpPr>
            <p:cNvPr id="295" name="Google Shape;295;p24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296" name="Google Shape;296;p24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297" name="Google Shape;297;p24"/>
          <p:cNvSpPr txBox="1"/>
          <p:nvPr>
            <p:ph type="title"/>
          </p:nvPr>
        </p:nvSpPr>
        <p:spPr>
          <a:xfrm>
            <a:off x="713225" y="539500"/>
            <a:ext cx="70020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98" name="Google Shape;298;p24"/>
          <p:cNvSpPr/>
          <p:nvPr/>
        </p:nvSpPr>
        <p:spPr>
          <a:xfrm flipH="1" rot="-7200000">
            <a:off x="2868020" y="4035186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9" name="Google Shape;299;p24"/>
          <p:cNvSpPr/>
          <p:nvPr/>
        </p:nvSpPr>
        <p:spPr>
          <a:xfrm flipH="1" rot="-7200000">
            <a:off x="-3099480" y="-2784714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300" name="Google Shape;300;p24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301" name="Google Shape;301;p24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303" name="Google Shape;303;p24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304" name="Google Shape;304;p24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306" name="Google Shape;306;p24"/>
          <p:cNvSpPr txBox="1"/>
          <p:nvPr>
            <p:ph idx="1" type="subTitle"/>
          </p:nvPr>
        </p:nvSpPr>
        <p:spPr>
          <a:xfrm>
            <a:off x="5410200" y="1557420"/>
            <a:ext cx="2809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24"/>
          <p:cNvSpPr txBox="1"/>
          <p:nvPr>
            <p:ph idx="2" type="subTitle"/>
          </p:nvPr>
        </p:nvSpPr>
        <p:spPr>
          <a:xfrm>
            <a:off x="5410200" y="2017045"/>
            <a:ext cx="3019500" cy="3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8" name="Google Shape;308;p24"/>
          <p:cNvSpPr txBox="1"/>
          <p:nvPr>
            <p:ph idx="3" type="subTitle"/>
          </p:nvPr>
        </p:nvSpPr>
        <p:spPr>
          <a:xfrm>
            <a:off x="5410200" y="2645610"/>
            <a:ext cx="2809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24"/>
          <p:cNvSpPr txBox="1"/>
          <p:nvPr>
            <p:ph idx="4" type="subTitle"/>
          </p:nvPr>
        </p:nvSpPr>
        <p:spPr>
          <a:xfrm>
            <a:off x="5410200" y="3106685"/>
            <a:ext cx="30195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10" name="Google Shape;310;p24"/>
          <p:cNvSpPr txBox="1"/>
          <p:nvPr>
            <p:ph idx="5" type="subTitle"/>
          </p:nvPr>
        </p:nvSpPr>
        <p:spPr>
          <a:xfrm>
            <a:off x="5410200" y="3733800"/>
            <a:ext cx="2809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4"/>
          <p:cNvSpPr txBox="1"/>
          <p:nvPr>
            <p:ph idx="6" type="subTitle"/>
          </p:nvPr>
        </p:nvSpPr>
        <p:spPr>
          <a:xfrm>
            <a:off x="5410200" y="4198725"/>
            <a:ext cx="30195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12" name="Google Shape;312;p24"/>
          <p:cNvSpPr txBox="1"/>
          <p:nvPr>
            <p:ph hasCustomPrompt="1" idx="7" type="title"/>
          </p:nvPr>
        </p:nvSpPr>
        <p:spPr>
          <a:xfrm>
            <a:off x="4667606" y="1765945"/>
            <a:ext cx="722400" cy="2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/>
          <p:nvPr>
            <p:ph hasCustomPrompt="1" idx="8" type="title"/>
          </p:nvPr>
        </p:nvSpPr>
        <p:spPr>
          <a:xfrm>
            <a:off x="4667606" y="2854133"/>
            <a:ext cx="722400" cy="2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4" name="Google Shape;314;p24"/>
          <p:cNvSpPr txBox="1"/>
          <p:nvPr>
            <p:ph hasCustomPrompt="1" idx="9" type="title"/>
          </p:nvPr>
        </p:nvSpPr>
        <p:spPr>
          <a:xfrm>
            <a:off x="4667606" y="3942325"/>
            <a:ext cx="722400" cy="2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/>
          <p:nvPr>
            <p:ph idx="13" type="subTitle"/>
          </p:nvPr>
        </p:nvSpPr>
        <p:spPr>
          <a:xfrm>
            <a:off x="958788" y="3851275"/>
            <a:ext cx="2901000" cy="7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right">
  <p:cSld name="CUSTOM_1_1_1_1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 txBox="1"/>
          <p:nvPr>
            <p:ph type="title"/>
          </p:nvPr>
        </p:nvSpPr>
        <p:spPr>
          <a:xfrm>
            <a:off x="713225" y="539500"/>
            <a:ext cx="70020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18" name="Google Shape;318;p25"/>
          <p:cNvSpPr/>
          <p:nvPr/>
        </p:nvSpPr>
        <p:spPr>
          <a:xfrm flipH="1" rot="-7200000">
            <a:off x="53295" y="1922586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319" name="Google Shape;319;p25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320" name="Google Shape;320;p25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322" name="Google Shape;322;p25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323" name="Google Shape;323;p25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325" name="Google Shape;325;p25"/>
          <p:cNvSpPr txBox="1"/>
          <p:nvPr>
            <p:ph idx="1" type="subTitle"/>
          </p:nvPr>
        </p:nvSpPr>
        <p:spPr>
          <a:xfrm>
            <a:off x="3924300" y="2209800"/>
            <a:ext cx="3710700" cy="12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6" name="Google Shape;326;p25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327" name="Google Shape;327;p25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28" name="Google Shape;328;p25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right2">
  <p:cSld name="CUSTOM_1_1_1_1_1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6"/>
          <p:cNvSpPr/>
          <p:nvPr/>
        </p:nvSpPr>
        <p:spPr>
          <a:xfrm flipH="1" rot="-7200000">
            <a:off x="53295" y="1922586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331" name="Google Shape;331;p26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332" name="Google Shape;332;p26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334" name="Google Shape;334;p26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335" name="Google Shape;335;p26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36" name="Google Shape;336;p26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337" name="Google Shape;337;p26"/>
          <p:cNvSpPr txBox="1"/>
          <p:nvPr>
            <p:ph type="title"/>
          </p:nvPr>
        </p:nvSpPr>
        <p:spPr>
          <a:xfrm>
            <a:off x="5067300" y="1552575"/>
            <a:ext cx="31842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8" name="Google Shape;338;p26"/>
          <p:cNvSpPr txBox="1"/>
          <p:nvPr>
            <p:ph idx="1" type="subTitle"/>
          </p:nvPr>
        </p:nvSpPr>
        <p:spPr>
          <a:xfrm>
            <a:off x="5067300" y="2334325"/>
            <a:ext cx="3184200" cy="9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39" name="Google Shape;339;p26"/>
          <p:cNvGrpSpPr/>
          <p:nvPr/>
        </p:nvGrpSpPr>
        <p:grpSpPr>
          <a:xfrm>
            <a:off x="-9538" y="3885802"/>
            <a:ext cx="1724064" cy="1267222"/>
            <a:chOff x="-9538" y="3885802"/>
            <a:chExt cx="1724064" cy="1267222"/>
          </a:xfrm>
        </p:grpSpPr>
        <p:sp>
          <p:nvSpPr>
            <p:cNvPr id="340" name="Google Shape;340;p26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41" name="Google Shape;341;p26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ullet list">
  <p:cSld name="CUSTOM_1_1_1_1_1_1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7"/>
          <p:cNvSpPr txBox="1"/>
          <p:nvPr>
            <p:ph type="title"/>
          </p:nvPr>
        </p:nvSpPr>
        <p:spPr>
          <a:xfrm>
            <a:off x="713225" y="539500"/>
            <a:ext cx="70020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44" name="Google Shape;344;p27"/>
          <p:cNvSpPr/>
          <p:nvPr/>
        </p:nvSpPr>
        <p:spPr>
          <a:xfrm flipH="1" rot="-7200000">
            <a:off x="53295" y="1922586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345" name="Google Shape;345;p27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346" name="Google Shape;346;p27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47" name="Google Shape;347;p27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348" name="Google Shape;348;p27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349" name="Google Shape;349;p27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351" name="Google Shape;351;p27"/>
          <p:cNvGrpSpPr/>
          <p:nvPr/>
        </p:nvGrpSpPr>
        <p:grpSpPr>
          <a:xfrm>
            <a:off x="7429503" y="-9546"/>
            <a:ext cx="1724010" cy="1267222"/>
            <a:chOff x="7429503" y="-9546"/>
            <a:chExt cx="1724010" cy="1267222"/>
          </a:xfrm>
        </p:grpSpPr>
        <p:sp>
          <p:nvSpPr>
            <p:cNvPr id="352" name="Google Shape;352;p27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53" name="Google Shape;353;p27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354" name="Google Shape;354;p27"/>
          <p:cNvSpPr txBox="1"/>
          <p:nvPr>
            <p:ph idx="1" type="body"/>
          </p:nvPr>
        </p:nvSpPr>
        <p:spPr>
          <a:xfrm>
            <a:off x="1850250" y="1466775"/>
            <a:ext cx="5443500" cy="31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4">
  <p:cSld name="CUSTOM_4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"/>
          <p:cNvSpPr txBox="1"/>
          <p:nvPr>
            <p:ph type="title"/>
          </p:nvPr>
        </p:nvSpPr>
        <p:spPr>
          <a:xfrm>
            <a:off x="713225" y="1987300"/>
            <a:ext cx="70020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7" name="Google Shape;357;p28"/>
          <p:cNvSpPr txBox="1"/>
          <p:nvPr>
            <p:ph idx="1" type="subTitle"/>
          </p:nvPr>
        </p:nvSpPr>
        <p:spPr>
          <a:xfrm>
            <a:off x="1202050" y="2908373"/>
            <a:ext cx="1508400" cy="2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358" name="Google Shape;358;p28"/>
          <p:cNvSpPr txBox="1"/>
          <p:nvPr>
            <p:ph idx="2" type="subTitle"/>
          </p:nvPr>
        </p:nvSpPr>
        <p:spPr>
          <a:xfrm>
            <a:off x="976600" y="3388493"/>
            <a:ext cx="1959300" cy="61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28"/>
          <p:cNvSpPr txBox="1"/>
          <p:nvPr>
            <p:ph idx="3" type="subTitle"/>
          </p:nvPr>
        </p:nvSpPr>
        <p:spPr>
          <a:xfrm>
            <a:off x="3927742" y="2908373"/>
            <a:ext cx="1508400" cy="2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360" name="Google Shape;360;p28"/>
          <p:cNvSpPr txBox="1"/>
          <p:nvPr>
            <p:ph idx="4" type="subTitle"/>
          </p:nvPr>
        </p:nvSpPr>
        <p:spPr>
          <a:xfrm>
            <a:off x="3703479" y="3388494"/>
            <a:ext cx="1956900" cy="61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28"/>
          <p:cNvSpPr txBox="1"/>
          <p:nvPr>
            <p:ph idx="5" type="subTitle"/>
          </p:nvPr>
        </p:nvSpPr>
        <p:spPr>
          <a:xfrm>
            <a:off x="6545807" y="2908373"/>
            <a:ext cx="1508400" cy="2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362" name="Google Shape;362;p28"/>
          <p:cNvSpPr txBox="1"/>
          <p:nvPr>
            <p:ph idx="6" type="subTitle"/>
          </p:nvPr>
        </p:nvSpPr>
        <p:spPr>
          <a:xfrm>
            <a:off x="6321550" y="3388494"/>
            <a:ext cx="1956900" cy="61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63" name="Google Shape;363;p28"/>
          <p:cNvGrpSpPr/>
          <p:nvPr/>
        </p:nvGrpSpPr>
        <p:grpSpPr>
          <a:xfrm>
            <a:off x="3" y="3876279"/>
            <a:ext cx="1724010" cy="1267222"/>
            <a:chOff x="3" y="3876279"/>
            <a:chExt cx="1724010" cy="1267222"/>
          </a:xfrm>
        </p:grpSpPr>
        <p:sp>
          <p:nvSpPr>
            <p:cNvPr id="364" name="Google Shape;364;p28"/>
            <p:cNvSpPr/>
            <p:nvPr/>
          </p:nvSpPr>
          <p:spPr>
            <a:xfrm flipH="1">
              <a:off x="76203" y="3876279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65" name="Google Shape;365;p28"/>
            <p:cNvSpPr/>
            <p:nvPr/>
          </p:nvSpPr>
          <p:spPr>
            <a:xfrm flipH="1">
              <a:off x="3" y="3876279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366" name="Google Shape;366;p28"/>
          <p:cNvSpPr/>
          <p:nvPr/>
        </p:nvSpPr>
        <p:spPr>
          <a:xfrm flipH="1" rot="-7200000">
            <a:off x="-941980" y="3425586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67" name="Google Shape;367;p28"/>
          <p:cNvSpPr/>
          <p:nvPr/>
        </p:nvSpPr>
        <p:spPr>
          <a:xfrm>
            <a:off x="7429503" y="3876279"/>
            <a:ext cx="1647810" cy="1267222"/>
          </a:xfrm>
          <a:custGeom>
            <a:rect b="b" l="l" r="r" t="t"/>
            <a:pathLst>
              <a:path extrusionOk="0" h="21492" w="21600">
                <a:moveTo>
                  <a:pt x="21600" y="673"/>
                </a:moveTo>
                <a:cubicBezTo>
                  <a:pt x="21600" y="673"/>
                  <a:pt x="21600" y="673"/>
                  <a:pt x="21600" y="20101"/>
                </a:cubicBezTo>
                <a:lnTo>
                  <a:pt x="21600" y="21492"/>
                </a:lnTo>
                <a:lnTo>
                  <a:pt x="0" y="21492"/>
                </a:lnTo>
                <a:lnTo>
                  <a:pt x="0" y="20470"/>
                </a:lnTo>
                <a:lnTo>
                  <a:pt x="49" y="20352"/>
                </a:lnTo>
                <a:cubicBezTo>
                  <a:pt x="318" y="19776"/>
                  <a:pt x="697" y="19269"/>
                  <a:pt x="1149" y="18885"/>
                </a:cubicBezTo>
                <a:cubicBezTo>
                  <a:pt x="2434" y="17802"/>
                  <a:pt x="4139" y="17710"/>
                  <a:pt x="5564" y="16909"/>
                </a:cubicBezTo>
                <a:cubicBezTo>
                  <a:pt x="7575" y="15786"/>
                  <a:pt x="8838" y="13383"/>
                  <a:pt x="9743" y="10987"/>
                </a:cubicBezTo>
                <a:cubicBezTo>
                  <a:pt x="10654" y="8597"/>
                  <a:pt x="11352" y="6037"/>
                  <a:pt x="12738" y="3989"/>
                </a:cubicBezTo>
                <a:cubicBezTo>
                  <a:pt x="14029" y="2085"/>
                  <a:pt x="15884" y="726"/>
                  <a:pt x="17907" y="201"/>
                </a:cubicBezTo>
                <a:cubicBezTo>
                  <a:pt x="18890" y="-49"/>
                  <a:pt x="19935" y="-108"/>
                  <a:pt x="20885" y="273"/>
                </a:cubicBezTo>
                <a:cubicBezTo>
                  <a:pt x="21131" y="371"/>
                  <a:pt x="21371" y="509"/>
                  <a:pt x="21600" y="67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Sans Pro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68" name="Google Shape;368;p28"/>
          <p:cNvSpPr/>
          <p:nvPr/>
        </p:nvSpPr>
        <p:spPr>
          <a:xfrm>
            <a:off x="7505703" y="3876279"/>
            <a:ext cx="1647810" cy="1267222"/>
          </a:xfrm>
          <a:custGeom>
            <a:rect b="b" l="l" r="r" t="t"/>
            <a:pathLst>
              <a:path extrusionOk="0" h="21492" w="21600">
                <a:moveTo>
                  <a:pt x="21600" y="673"/>
                </a:moveTo>
                <a:cubicBezTo>
                  <a:pt x="21600" y="673"/>
                  <a:pt x="21600" y="673"/>
                  <a:pt x="21600" y="20101"/>
                </a:cubicBezTo>
                <a:lnTo>
                  <a:pt x="21600" y="21492"/>
                </a:lnTo>
                <a:lnTo>
                  <a:pt x="0" y="21492"/>
                </a:lnTo>
                <a:lnTo>
                  <a:pt x="0" y="20470"/>
                </a:lnTo>
                <a:lnTo>
                  <a:pt x="49" y="20352"/>
                </a:lnTo>
                <a:cubicBezTo>
                  <a:pt x="318" y="19776"/>
                  <a:pt x="697" y="19269"/>
                  <a:pt x="1149" y="18885"/>
                </a:cubicBezTo>
                <a:cubicBezTo>
                  <a:pt x="2434" y="17802"/>
                  <a:pt x="4139" y="17710"/>
                  <a:pt x="5564" y="16909"/>
                </a:cubicBezTo>
                <a:cubicBezTo>
                  <a:pt x="7575" y="15786"/>
                  <a:pt x="8838" y="13383"/>
                  <a:pt x="9743" y="10987"/>
                </a:cubicBezTo>
                <a:cubicBezTo>
                  <a:pt x="10654" y="8597"/>
                  <a:pt x="11352" y="6037"/>
                  <a:pt x="12738" y="3989"/>
                </a:cubicBezTo>
                <a:cubicBezTo>
                  <a:pt x="14029" y="2085"/>
                  <a:pt x="15884" y="726"/>
                  <a:pt x="17907" y="201"/>
                </a:cubicBezTo>
                <a:cubicBezTo>
                  <a:pt x="18890" y="-49"/>
                  <a:pt x="19935" y="-108"/>
                  <a:pt x="20885" y="273"/>
                </a:cubicBezTo>
                <a:cubicBezTo>
                  <a:pt x="21131" y="371"/>
                  <a:pt x="21371" y="509"/>
                  <a:pt x="21600" y="673"/>
                </a:cubicBezTo>
                <a:close/>
              </a:path>
            </a:pathLst>
          </a:custGeom>
          <a:gradFill>
            <a:gsLst>
              <a:gs pos="0">
                <a:srgbClr val="33CCCC"/>
              </a:gs>
              <a:gs pos="100000">
                <a:srgbClr val="0084B4"/>
              </a:gs>
            </a:gsLst>
            <a:lin ang="2698631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Sans Pro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5">
  <p:cSld name="CUSTOM_5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9"/>
          <p:cNvSpPr/>
          <p:nvPr/>
        </p:nvSpPr>
        <p:spPr>
          <a:xfrm flipH="1" rot="-7200000">
            <a:off x="-1490230" y="-1444252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71" name="Google Shape;371;p29"/>
          <p:cNvSpPr txBox="1"/>
          <p:nvPr>
            <p:ph type="title"/>
          </p:nvPr>
        </p:nvSpPr>
        <p:spPr>
          <a:xfrm>
            <a:off x="713225" y="539500"/>
            <a:ext cx="44589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72" name="Google Shape;372;p29"/>
          <p:cNvSpPr txBox="1"/>
          <p:nvPr>
            <p:ph idx="1" type="subTitle"/>
          </p:nvPr>
        </p:nvSpPr>
        <p:spPr>
          <a:xfrm>
            <a:off x="1609725" y="1897560"/>
            <a:ext cx="2181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29"/>
          <p:cNvSpPr txBox="1"/>
          <p:nvPr>
            <p:ph idx="2" type="subTitle"/>
          </p:nvPr>
        </p:nvSpPr>
        <p:spPr>
          <a:xfrm>
            <a:off x="1609725" y="2376413"/>
            <a:ext cx="3112500" cy="50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29"/>
          <p:cNvSpPr txBox="1"/>
          <p:nvPr>
            <p:ph hasCustomPrompt="1" idx="3" type="title"/>
          </p:nvPr>
        </p:nvSpPr>
        <p:spPr>
          <a:xfrm>
            <a:off x="860219" y="1897560"/>
            <a:ext cx="486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375" name="Google Shape;375;p29"/>
          <p:cNvSpPr txBox="1"/>
          <p:nvPr>
            <p:ph idx="4" type="subTitle"/>
          </p:nvPr>
        </p:nvSpPr>
        <p:spPr>
          <a:xfrm>
            <a:off x="1609725" y="3497760"/>
            <a:ext cx="2181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29"/>
          <p:cNvSpPr txBox="1"/>
          <p:nvPr>
            <p:ph idx="5" type="subTitle"/>
          </p:nvPr>
        </p:nvSpPr>
        <p:spPr>
          <a:xfrm>
            <a:off x="1609725" y="3976332"/>
            <a:ext cx="3112500" cy="50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29"/>
          <p:cNvSpPr txBox="1"/>
          <p:nvPr>
            <p:ph hasCustomPrompt="1" idx="6" type="title"/>
          </p:nvPr>
        </p:nvSpPr>
        <p:spPr>
          <a:xfrm>
            <a:off x="861419" y="3497910"/>
            <a:ext cx="484500" cy="3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grpSp>
        <p:nvGrpSpPr>
          <p:cNvPr id="378" name="Google Shape;378;p29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379" name="Google Shape;379;p29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381" name="Google Shape;381;p29"/>
          <p:cNvGrpSpPr/>
          <p:nvPr/>
        </p:nvGrpSpPr>
        <p:grpSpPr>
          <a:xfrm>
            <a:off x="7422553" y="4"/>
            <a:ext cx="1724010" cy="1267222"/>
            <a:chOff x="7422553" y="4"/>
            <a:chExt cx="1724010" cy="1267222"/>
          </a:xfrm>
        </p:grpSpPr>
        <p:sp>
          <p:nvSpPr>
            <p:cNvPr id="382" name="Google Shape;382;p29"/>
            <p:cNvSpPr/>
            <p:nvPr/>
          </p:nvSpPr>
          <p:spPr>
            <a:xfrm flipH="1" rot="10800000">
              <a:off x="7422553" y="4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83" name="Google Shape;383;p29"/>
            <p:cNvSpPr/>
            <p:nvPr/>
          </p:nvSpPr>
          <p:spPr>
            <a:xfrm flipH="1" rot="10800000">
              <a:off x="7498753" y="4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4">
  <p:cSld name="CUSTOM_5_1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0"/>
          <p:cNvSpPr txBox="1"/>
          <p:nvPr>
            <p:ph type="title"/>
          </p:nvPr>
        </p:nvSpPr>
        <p:spPr>
          <a:xfrm>
            <a:off x="2912450" y="539500"/>
            <a:ext cx="49245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86" name="Google Shape;386;p30">
            <a:hlinkClick action="ppaction://hlinksldjump" r:id="rId2"/>
          </p:cNvPr>
          <p:cNvSpPr txBox="1"/>
          <p:nvPr>
            <p:ph idx="1" type="body"/>
          </p:nvPr>
        </p:nvSpPr>
        <p:spPr>
          <a:xfrm>
            <a:off x="2912475" y="1331025"/>
            <a:ext cx="492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ivvic"/>
              <a:buAutoNum type="arabicPeriod"/>
              <a:defRPr sz="1400"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9pPr>
          </a:lstStyle>
          <a:p/>
        </p:txBody>
      </p:sp>
      <p:sp>
        <p:nvSpPr>
          <p:cNvPr id="387" name="Google Shape;387;p30"/>
          <p:cNvSpPr txBox="1"/>
          <p:nvPr>
            <p:ph idx="2" type="subTitle"/>
          </p:nvPr>
        </p:nvSpPr>
        <p:spPr>
          <a:xfrm>
            <a:off x="3472800" y="3468100"/>
            <a:ext cx="1131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30"/>
          <p:cNvSpPr txBox="1"/>
          <p:nvPr>
            <p:ph idx="3" type="subTitle"/>
          </p:nvPr>
        </p:nvSpPr>
        <p:spPr>
          <a:xfrm>
            <a:off x="3048000" y="3899338"/>
            <a:ext cx="19809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30"/>
          <p:cNvSpPr txBox="1"/>
          <p:nvPr>
            <p:ph idx="4" type="subTitle"/>
          </p:nvPr>
        </p:nvSpPr>
        <p:spPr>
          <a:xfrm>
            <a:off x="5971719" y="3468110"/>
            <a:ext cx="1134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30"/>
          <p:cNvSpPr txBox="1"/>
          <p:nvPr>
            <p:ph idx="5" type="subTitle"/>
          </p:nvPr>
        </p:nvSpPr>
        <p:spPr>
          <a:xfrm>
            <a:off x="5548272" y="3899338"/>
            <a:ext cx="19809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91" name="Google Shape;391;p30"/>
          <p:cNvGrpSpPr/>
          <p:nvPr/>
        </p:nvGrpSpPr>
        <p:grpSpPr>
          <a:xfrm>
            <a:off x="7419978" y="3908666"/>
            <a:ext cx="1724010" cy="1267222"/>
            <a:chOff x="7419978" y="3908666"/>
            <a:chExt cx="1724010" cy="1267222"/>
          </a:xfrm>
        </p:grpSpPr>
        <p:sp>
          <p:nvSpPr>
            <p:cNvPr id="392" name="Google Shape;392;p30"/>
            <p:cNvSpPr/>
            <p:nvPr/>
          </p:nvSpPr>
          <p:spPr>
            <a:xfrm>
              <a:off x="7419978" y="390866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7496178" y="390866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394" name="Google Shape;394;p30"/>
          <p:cNvSpPr/>
          <p:nvPr/>
        </p:nvSpPr>
        <p:spPr>
          <a:xfrm flipH="1" rot="-7200000">
            <a:off x="7653770" y="599873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s3">
  <p:cSld name="CUSTOM_6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p31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397" name="Google Shape;397;p31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98" name="Google Shape;398;p31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399" name="Google Shape;399;p31"/>
          <p:cNvSpPr txBox="1"/>
          <p:nvPr>
            <p:ph idx="1" type="subTitle"/>
          </p:nvPr>
        </p:nvSpPr>
        <p:spPr>
          <a:xfrm>
            <a:off x="736461" y="3642116"/>
            <a:ext cx="18288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31"/>
          <p:cNvSpPr txBox="1"/>
          <p:nvPr>
            <p:ph idx="2" type="subTitle"/>
          </p:nvPr>
        </p:nvSpPr>
        <p:spPr>
          <a:xfrm>
            <a:off x="736461" y="4063834"/>
            <a:ext cx="18288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31"/>
          <p:cNvSpPr txBox="1"/>
          <p:nvPr>
            <p:ph idx="3" type="subTitle"/>
          </p:nvPr>
        </p:nvSpPr>
        <p:spPr>
          <a:xfrm>
            <a:off x="2690357" y="3642116"/>
            <a:ext cx="18288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31"/>
          <p:cNvSpPr txBox="1"/>
          <p:nvPr>
            <p:ph idx="4" type="subTitle"/>
          </p:nvPr>
        </p:nvSpPr>
        <p:spPr>
          <a:xfrm>
            <a:off x="2691757" y="4063834"/>
            <a:ext cx="18288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31"/>
          <p:cNvSpPr txBox="1"/>
          <p:nvPr>
            <p:ph idx="5" type="subTitle"/>
          </p:nvPr>
        </p:nvSpPr>
        <p:spPr>
          <a:xfrm>
            <a:off x="4644254" y="3642116"/>
            <a:ext cx="18330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31"/>
          <p:cNvSpPr txBox="1"/>
          <p:nvPr>
            <p:ph idx="6" type="subTitle"/>
          </p:nvPr>
        </p:nvSpPr>
        <p:spPr>
          <a:xfrm>
            <a:off x="4646354" y="4063834"/>
            <a:ext cx="18288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31"/>
          <p:cNvSpPr txBox="1"/>
          <p:nvPr>
            <p:ph idx="7" type="subTitle"/>
          </p:nvPr>
        </p:nvSpPr>
        <p:spPr>
          <a:xfrm>
            <a:off x="6602350" y="3642116"/>
            <a:ext cx="18288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31"/>
          <p:cNvSpPr txBox="1"/>
          <p:nvPr>
            <p:ph idx="8" type="subTitle"/>
          </p:nvPr>
        </p:nvSpPr>
        <p:spPr>
          <a:xfrm>
            <a:off x="6602350" y="4063834"/>
            <a:ext cx="18288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31"/>
          <p:cNvSpPr txBox="1"/>
          <p:nvPr>
            <p:ph type="title"/>
          </p:nvPr>
        </p:nvSpPr>
        <p:spPr>
          <a:xfrm>
            <a:off x="713225" y="539500"/>
            <a:ext cx="70020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408" name="Google Shape;408;p31"/>
          <p:cNvGrpSpPr/>
          <p:nvPr/>
        </p:nvGrpSpPr>
        <p:grpSpPr>
          <a:xfrm>
            <a:off x="3" y="3876279"/>
            <a:ext cx="1724010" cy="1267222"/>
            <a:chOff x="3" y="3876279"/>
            <a:chExt cx="1724010" cy="1267222"/>
          </a:xfrm>
        </p:grpSpPr>
        <p:sp>
          <p:nvSpPr>
            <p:cNvPr id="409" name="Google Shape;409;p31"/>
            <p:cNvSpPr/>
            <p:nvPr/>
          </p:nvSpPr>
          <p:spPr>
            <a:xfrm flipH="1">
              <a:off x="76203" y="3876279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10" name="Google Shape;410;p31"/>
            <p:cNvSpPr/>
            <p:nvPr/>
          </p:nvSpPr>
          <p:spPr>
            <a:xfrm flipH="1">
              <a:off x="3" y="3876279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411" name="Google Shape;411;p31"/>
          <p:cNvGrpSpPr/>
          <p:nvPr/>
        </p:nvGrpSpPr>
        <p:grpSpPr>
          <a:xfrm>
            <a:off x="7419978" y="4"/>
            <a:ext cx="1724010" cy="1267222"/>
            <a:chOff x="7267578" y="-152396"/>
            <a:chExt cx="1724010" cy="1267222"/>
          </a:xfrm>
        </p:grpSpPr>
        <p:sp>
          <p:nvSpPr>
            <p:cNvPr id="412" name="Google Shape;412;p31"/>
            <p:cNvSpPr/>
            <p:nvPr/>
          </p:nvSpPr>
          <p:spPr>
            <a:xfrm flipH="1" rot="10800000">
              <a:off x="7267578" y="-15239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13" name="Google Shape;413;p31"/>
            <p:cNvSpPr/>
            <p:nvPr/>
          </p:nvSpPr>
          <p:spPr>
            <a:xfrm flipH="1" rot="10800000">
              <a:off x="7343778" y="-15239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414" name="Google Shape;414;p31"/>
          <p:cNvSpPr/>
          <p:nvPr/>
        </p:nvSpPr>
        <p:spPr>
          <a:xfrm flipH="1" rot="-7200000">
            <a:off x="8470970" y="773161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15" name="Google Shape;415;p31"/>
          <p:cNvSpPr/>
          <p:nvPr/>
        </p:nvSpPr>
        <p:spPr>
          <a:xfrm flipH="1" rot="-7200000">
            <a:off x="-2225605" y="2727161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6">
  <p:cSld name="CUSTOM_7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32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418" name="Google Shape;418;p32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19" name="Google Shape;419;p32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420" name="Google Shape;420;p32"/>
          <p:cNvSpPr txBox="1"/>
          <p:nvPr>
            <p:ph type="title"/>
          </p:nvPr>
        </p:nvSpPr>
        <p:spPr>
          <a:xfrm>
            <a:off x="713225" y="539500"/>
            <a:ext cx="77175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21" name="Google Shape;421;p32"/>
          <p:cNvSpPr txBox="1"/>
          <p:nvPr>
            <p:ph idx="1" type="subTitle"/>
          </p:nvPr>
        </p:nvSpPr>
        <p:spPr>
          <a:xfrm>
            <a:off x="3657600" y="3051566"/>
            <a:ext cx="18288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32"/>
          <p:cNvSpPr txBox="1"/>
          <p:nvPr>
            <p:ph idx="2" type="subTitle"/>
          </p:nvPr>
        </p:nvSpPr>
        <p:spPr>
          <a:xfrm>
            <a:off x="3008400" y="3582813"/>
            <a:ext cx="3127200" cy="71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23" name="Google Shape;423;p32"/>
          <p:cNvGrpSpPr/>
          <p:nvPr/>
        </p:nvGrpSpPr>
        <p:grpSpPr>
          <a:xfrm>
            <a:off x="7419937" y="3876277"/>
            <a:ext cx="1724064" cy="1267222"/>
            <a:chOff x="6810337" y="3266677"/>
            <a:chExt cx="1724064" cy="1267222"/>
          </a:xfrm>
        </p:grpSpPr>
        <p:sp>
          <p:nvSpPr>
            <p:cNvPr id="424" name="Google Shape;424;p32"/>
            <p:cNvSpPr/>
            <p:nvPr/>
          </p:nvSpPr>
          <p:spPr>
            <a:xfrm>
              <a:off x="6810337" y="32666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25" name="Google Shape;425;p32"/>
            <p:cNvSpPr/>
            <p:nvPr/>
          </p:nvSpPr>
          <p:spPr>
            <a:xfrm>
              <a:off x="6886537" y="32666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426" name="Google Shape;426;p32"/>
          <p:cNvSpPr/>
          <p:nvPr/>
        </p:nvSpPr>
        <p:spPr>
          <a:xfrm flipH="1" rot="-7200000">
            <a:off x="7653770" y="599873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27" name="Google Shape;427;p32"/>
          <p:cNvSpPr/>
          <p:nvPr/>
        </p:nvSpPr>
        <p:spPr>
          <a:xfrm flipH="1" rot="-7200000">
            <a:off x="-1852180" y="1049998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5">
  <p:cSld name="CUSTOM_8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33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430" name="Google Shape;430;p33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31" name="Google Shape;431;p33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432" name="Google Shape;432;p33"/>
          <p:cNvSpPr txBox="1"/>
          <p:nvPr>
            <p:ph type="title"/>
          </p:nvPr>
        </p:nvSpPr>
        <p:spPr>
          <a:xfrm>
            <a:off x="713225" y="539500"/>
            <a:ext cx="41424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33" name="Google Shape;433;p33"/>
          <p:cNvSpPr txBox="1"/>
          <p:nvPr>
            <p:ph idx="1" type="subTitle"/>
          </p:nvPr>
        </p:nvSpPr>
        <p:spPr>
          <a:xfrm>
            <a:off x="709150" y="3642125"/>
            <a:ext cx="12213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33"/>
          <p:cNvSpPr txBox="1"/>
          <p:nvPr>
            <p:ph idx="2" type="subTitle"/>
          </p:nvPr>
        </p:nvSpPr>
        <p:spPr>
          <a:xfrm>
            <a:off x="710085" y="4059064"/>
            <a:ext cx="1221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33"/>
          <p:cNvSpPr txBox="1"/>
          <p:nvPr>
            <p:ph idx="3" type="subTitle"/>
          </p:nvPr>
        </p:nvSpPr>
        <p:spPr>
          <a:xfrm>
            <a:off x="2205854" y="3642116"/>
            <a:ext cx="12252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33"/>
          <p:cNvSpPr txBox="1"/>
          <p:nvPr>
            <p:ph idx="4" type="subTitle"/>
          </p:nvPr>
        </p:nvSpPr>
        <p:spPr>
          <a:xfrm>
            <a:off x="2207954" y="4059072"/>
            <a:ext cx="12252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33"/>
          <p:cNvSpPr txBox="1"/>
          <p:nvPr>
            <p:ph idx="5" type="subTitle"/>
          </p:nvPr>
        </p:nvSpPr>
        <p:spPr>
          <a:xfrm>
            <a:off x="3630550" y="3642116"/>
            <a:ext cx="12252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33"/>
          <p:cNvSpPr txBox="1"/>
          <p:nvPr>
            <p:ph idx="6" type="subTitle"/>
          </p:nvPr>
        </p:nvSpPr>
        <p:spPr>
          <a:xfrm>
            <a:off x="3630550" y="4059072"/>
            <a:ext cx="12252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33"/>
          <p:cNvSpPr txBox="1"/>
          <p:nvPr>
            <p:ph idx="7" type="body"/>
          </p:nvPr>
        </p:nvSpPr>
        <p:spPr>
          <a:xfrm>
            <a:off x="712175" y="1390575"/>
            <a:ext cx="4142100" cy="7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440" name="Google Shape;440;p33"/>
          <p:cNvGrpSpPr/>
          <p:nvPr/>
        </p:nvGrpSpPr>
        <p:grpSpPr>
          <a:xfrm>
            <a:off x="7419937" y="3876277"/>
            <a:ext cx="1724064" cy="1267222"/>
            <a:chOff x="6810337" y="3266677"/>
            <a:chExt cx="1724064" cy="1267222"/>
          </a:xfrm>
        </p:grpSpPr>
        <p:sp>
          <p:nvSpPr>
            <p:cNvPr id="441" name="Google Shape;441;p33"/>
            <p:cNvSpPr/>
            <p:nvPr/>
          </p:nvSpPr>
          <p:spPr>
            <a:xfrm>
              <a:off x="6810337" y="32666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42" name="Google Shape;442;p33"/>
            <p:cNvSpPr/>
            <p:nvPr/>
          </p:nvSpPr>
          <p:spPr>
            <a:xfrm>
              <a:off x="6886537" y="32666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5">
  <p:cSld name="CUSTOM_9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4"/>
          <p:cNvSpPr txBox="1"/>
          <p:nvPr>
            <p:ph type="title"/>
          </p:nvPr>
        </p:nvSpPr>
        <p:spPr>
          <a:xfrm>
            <a:off x="713250" y="2644525"/>
            <a:ext cx="77175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45" name="Google Shape;445;p34"/>
          <p:cNvSpPr txBox="1"/>
          <p:nvPr>
            <p:ph idx="1" type="body"/>
          </p:nvPr>
        </p:nvSpPr>
        <p:spPr>
          <a:xfrm>
            <a:off x="2442600" y="3371775"/>
            <a:ext cx="4258800" cy="7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446" name="Google Shape;446;p34"/>
          <p:cNvGrpSpPr/>
          <p:nvPr/>
        </p:nvGrpSpPr>
        <p:grpSpPr>
          <a:xfrm>
            <a:off x="7438012" y="3876277"/>
            <a:ext cx="1724064" cy="1267222"/>
            <a:chOff x="6980812" y="3419077"/>
            <a:chExt cx="1724064" cy="1267222"/>
          </a:xfrm>
        </p:grpSpPr>
        <p:sp>
          <p:nvSpPr>
            <p:cNvPr id="447" name="Google Shape;447;p34"/>
            <p:cNvSpPr/>
            <p:nvPr/>
          </p:nvSpPr>
          <p:spPr>
            <a:xfrm>
              <a:off x="6980812" y="34190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48" name="Google Shape;448;p34"/>
            <p:cNvSpPr/>
            <p:nvPr/>
          </p:nvSpPr>
          <p:spPr>
            <a:xfrm>
              <a:off x="7057012" y="34190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449" name="Google Shape;449;p34"/>
          <p:cNvGrpSpPr/>
          <p:nvPr/>
        </p:nvGrpSpPr>
        <p:grpSpPr>
          <a:xfrm>
            <a:off x="12" y="3876277"/>
            <a:ext cx="1724064" cy="1267222"/>
            <a:chOff x="-609588" y="3266677"/>
            <a:chExt cx="1724064" cy="1267222"/>
          </a:xfrm>
        </p:grpSpPr>
        <p:sp>
          <p:nvSpPr>
            <p:cNvPr id="450" name="Google Shape;450;p34"/>
            <p:cNvSpPr/>
            <p:nvPr/>
          </p:nvSpPr>
          <p:spPr>
            <a:xfrm flipH="1">
              <a:off x="-533388" y="32666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51" name="Google Shape;451;p34"/>
            <p:cNvSpPr/>
            <p:nvPr/>
          </p:nvSpPr>
          <p:spPr>
            <a:xfrm flipH="1">
              <a:off x="-609588" y="32666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4">
  <p:cSld name="CUSTOM_10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3" name="Google Shape;453;p35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454" name="Google Shape;454;p35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55" name="Google Shape;455;p35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456" name="Google Shape;456;p35"/>
          <p:cNvSpPr txBox="1"/>
          <p:nvPr>
            <p:ph type="title"/>
          </p:nvPr>
        </p:nvSpPr>
        <p:spPr>
          <a:xfrm>
            <a:off x="713225" y="539500"/>
            <a:ext cx="70020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57" name="Google Shape;457;p35"/>
          <p:cNvSpPr txBox="1"/>
          <p:nvPr>
            <p:ph idx="1" type="body"/>
          </p:nvPr>
        </p:nvSpPr>
        <p:spPr>
          <a:xfrm>
            <a:off x="713225" y="1238225"/>
            <a:ext cx="3858900" cy="14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458" name="Google Shape;458;p35"/>
          <p:cNvGrpSpPr/>
          <p:nvPr/>
        </p:nvGrpSpPr>
        <p:grpSpPr>
          <a:xfrm>
            <a:off x="7438012" y="2"/>
            <a:ext cx="1724064" cy="1267222"/>
            <a:chOff x="6980812" y="-457198"/>
            <a:chExt cx="1724064" cy="1267222"/>
          </a:xfrm>
        </p:grpSpPr>
        <p:sp>
          <p:nvSpPr>
            <p:cNvPr id="459" name="Google Shape;459;p35"/>
            <p:cNvSpPr/>
            <p:nvPr/>
          </p:nvSpPr>
          <p:spPr>
            <a:xfrm flipH="1" rot="10800000">
              <a:off x="6980812" y="-457198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60" name="Google Shape;460;p35"/>
            <p:cNvSpPr/>
            <p:nvPr/>
          </p:nvSpPr>
          <p:spPr>
            <a:xfrm flipH="1" rot="10800000">
              <a:off x="7057012" y="-457198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461" name="Google Shape;461;p35"/>
          <p:cNvGrpSpPr/>
          <p:nvPr/>
        </p:nvGrpSpPr>
        <p:grpSpPr>
          <a:xfrm>
            <a:off x="-13213" y="3885802"/>
            <a:ext cx="1724064" cy="1267222"/>
            <a:chOff x="-622813" y="3276202"/>
            <a:chExt cx="1724064" cy="1267222"/>
          </a:xfrm>
        </p:grpSpPr>
        <p:sp>
          <p:nvSpPr>
            <p:cNvPr id="462" name="Google Shape;462;p35"/>
            <p:cNvSpPr/>
            <p:nvPr/>
          </p:nvSpPr>
          <p:spPr>
            <a:xfrm flipH="1">
              <a:off x="-546613" y="32762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63" name="Google Shape;463;p35"/>
            <p:cNvSpPr/>
            <p:nvPr/>
          </p:nvSpPr>
          <p:spPr>
            <a:xfrm flipH="1">
              <a:off x="-622813" y="32762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464" name="Google Shape;464;p35"/>
          <p:cNvSpPr/>
          <p:nvPr/>
        </p:nvSpPr>
        <p:spPr>
          <a:xfrm flipH="1" rot="-7200000">
            <a:off x="6463145" y="1748723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right4">
  <p:cSld name="CUSTOM_11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Google Shape;466;p36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467" name="Google Shape;467;p36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469" name="Google Shape;469;p36"/>
          <p:cNvSpPr txBox="1"/>
          <p:nvPr>
            <p:ph type="title"/>
          </p:nvPr>
        </p:nvSpPr>
        <p:spPr>
          <a:xfrm>
            <a:off x="713225" y="539500"/>
            <a:ext cx="70020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70" name="Google Shape;470;p36"/>
          <p:cNvSpPr txBox="1"/>
          <p:nvPr>
            <p:ph idx="1" type="subTitle"/>
          </p:nvPr>
        </p:nvSpPr>
        <p:spPr>
          <a:xfrm>
            <a:off x="5400675" y="1487975"/>
            <a:ext cx="3036300" cy="1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1" name="Google Shape;471;p36"/>
          <p:cNvSpPr txBox="1"/>
          <p:nvPr>
            <p:ph idx="2" type="subTitle"/>
          </p:nvPr>
        </p:nvSpPr>
        <p:spPr>
          <a:xfrm>
            <a:off x="5400675" y="1911021"/>
            <a:ext cx="3036300" cy="1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36"/>
          <p:cNvSpPr txBox="1"/>
          <p:nvPr>
            <p:ph idx="3" type="subTitle"/>
          </p:nvPr>
        </p:nvSpPr>
        <p:spPr>
          <a:xfrm>
            <a:off x="5400675" y="2587250"/>
            <a:ext cx="3036300" cy="1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36"/>
          <p:cNvSpPr txBox="1"/>
          <p:nvPr>
            <p:ph idx="4" type="subTitle"/>
          </p:nvPr>
        </p:nvSpPr>
        <p:spPr>
          <a:xfrm>
            <a:off x="5400675" y="3012419"/>
            <a:ext cx="3036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36"/>
          <p:cNvSpPr txBox="1"/>
          <p:nvPr>
            <p:ph idx="5" type="subTitle"/>
          </p:nvPr>
        </p:nvSpPr>
        <p:spPr>
          <a:xfrm>
            <a:off x="5400675" y="3692149"/>
            <a:ext cx="3036300" cy="1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36"/>
          <p:cNvSpPr txBox="1"/>
          <p:nvPr>
            <p:ph idx="6" type="subTitle"/>
          </p:nvPr>
        </p:nvSpPr>
        <p:spPr>
          <a:xfrm>
            <a:off x="5400675" y="4100650"/>
            <a:ext cx="3036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76" name="Google Shape;476;p36"/>
          <p:cNvGrpSpPr/>
          <p:nvPr/>
        </p:nvGrpSpPr>
        <p:grpSpPr>
          <a:xfrm>
            <a:off x="-13213" y="3885802"/>
            <a:ext cx="1724064" cy="1267222"/>
            <a:chOff x="-622813" y="3276202"/>
            <a:chExt cx="1724064" cy="1267222"/>
          </a:xfrm>
        </p:grpSpPr>
        <p:sp>
          <p:nvSpPr>
            <p:cNvPr id="477" name="Google Shape;477;p36"/>
            <p:cNvSpPr/>
            <p:nvPr/>
          </p:nvSpPr>
          <p:spPr>
            <a:xfrm flipH="1">
              <a:off x="-546613" y="32762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78" name="Google Shape;478;p36"/>
            <p:cNvSpPr/>
            <p:nvPr/>
          </p:nvSpPr>
          <p:spPr>
            <a:xfrm flipH="1">
              <a:off x="-622813" y="32762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479" name="Google Shape;479;p36"/>
          <p:cNvGrpSpPr/>
          <p:nvPr/>
        </p:nvGrpSpPr>
        <p:grpSpPr>
          <a:xfrm>
            <a:off x="7438012" y="2"/>
            <a:ext cx="1724064" cy="1267222"/>
            <a:chOff x="6980812" y="-457198"/>
            <a:chExt cx="1724064" cy="1267222"/>
          </a:xfrm>
        </p:grpSpPr>
        <p:sp>
          <p:nvSpPr>
            <p:cNvPr id="480" name="Google Shape;480;p36"/>
            <p:cNvSpPr/>
            <p:nvPr/>
          </p:nvSpPr>
          <p:spPr>
            <a:xfrm flipH="1" rot="10800000">
              <a:off x="6980812" y="-457198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81" name="Google Shape;481;p36"/>
            <p:cNvSpPr/>
            <p:nvPr/>
          </p:nvSpPr>
          <p:spPr>
            <a:xfrm flipH="1" rot="10800000">
              <a:off x="7057012" y="-457198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482" name="Google Shape;482;p36"/>
          <p:cNvSpPr/>
          <p:nvPr/>
        </p:nvSpPr>
        <p:spPr>
          <a:xfrm flipH="1" rot="-7200000">
            <a:off x="62345" y="1190423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2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37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485" name="Google Shape;485;p37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487" name="Google Shape;487;p37"/>
          <p:cNvSpPr txBox="1"/>
          <p:nvPr>
            <p:ph type="title"/>
          </p:nvPr>
        </p:nvSpPr>
        <p:spPr>
          <a:xfrm>
            <a:off x="713225" y="539500"/>
            <a:ext cx="70020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88" name="Google Shape;488;p37"/>
          <p:cNvSpPr txBox="1"/>
          <p:nvPr>
            <p:ph idx="1" type="subTitle"/>
          </p:nvPr>
        </p:nvSpPr>
        <p:spPr>
          <a:xfrm>
            <a:off x="710515" y="2775350"/>
            <a:ext cx="14448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37"/>
          <p:cNvSpPr txBox="1"/>
          <p:nvPr>
            <p:ph idx="2" type="subTitle"/>
          </p:nvPr>
        </p:nvSpPr>
        <p:spPr>
          <a:xfrm>
            <a:off x="727165" y="3187525"/>
            <a:ext cx="14115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37"/>
          <p:cNvSpPr txBox="1"/>
          <p:nvPr>
            <p:ph idx="3" type="subTitle"/>
          </p:nvPr>
        </p:nvSpPr>
        <p:spPr>
          <a:xfrm>
            <a:off x="2279441" y="2775350"/>
            <a:ext cx="14448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1" name="Google Shape;491;p37"/>
          <p:cNvSpPr txBox="1"/>
          <p:nvPr>
            <p:ph idx="4" type="subTitle"/>
          </p:nvPr>
        </p:nvSpPr>
        <p:spPr>
          <a:xfrm>
            <a:off x="2266728" y="3187526"/>
            <a:ext cx="14448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37"/>
          <p:cNvSpPr txBox="1"/>
          <p:nvPr>
            <p:ph idx="5" type="subTitle"/>
          </p:nvPr>
        </p:nvSpPr>
        <p:spPr>
          <a:xfrm>
            <a:off x="3848366" y="2775350"/>
            <a:ext cx="14448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37"/>
          <p:cNvSpPr txBox="1"/>
          <p:nvPr>
            <p:ph idx="6" type="subTitle"/>
          </p:nvPr>
        </p:nvSpPr>
        <p:spPr>
          <a:xfrm>
            <a:off x="3839591" y="3187526"/>
            <a:ext cx="14448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37"/>
          <p:cNvSpPr txBox="1"/>
          <p:nvPr>
            <p:ph idx="7" type="subTitle"/>
          </p:nvPr>
        </p:nvSpPr>
        <p:spPr>
          <a:xfrm>
            <a:off x="5414873" y="2775350"/>
            <a:ext cx="14448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5" name="Google Shape;495;p37"/>
          <p:cNvSpPr txBox="1"/>
          <p:nvPr>
            <p:ph idx="8" type="subTitle"/>
          </p:nvPr>
        </p:nvSpPr>
        <p:spPr>
          <a:xfrm>
            <a:off x="5414423" y="3187525"/>
            <a:ext cx="14457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p37"/>
          <p:cNvSpPr txBox="1"/>
          <p:nvPr>
            <p:ph idx="9" type="subTitle"/>
          </p:nvPr>
        </p:nvSpPr>
        <p:spPr>
          <a:xfrm>
            <a:off x="6986217" y="2775350"/>
            <a:ext cx="14448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37"/>
          <p:cNvSpPr txBox="1"/>
          <p:nvPr>
            <p:ph idx="13" type="subTitle"/>
          </p:nvPr>
        </p:nvSpPr>
        <p:spPr>
          <a:xfrm>
            <a:off x="6986217" y="3187527"/>
            <a:ext cx="14448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8" name="Google Shape;498;p37"/>
          <p:cNvGrpSpPr/>
          <p:nvPr/>
        </p:nvGrpSpPr>
        <p:grpSpPr>
          <a:xfrm>
            <a:off x="7438012" y="3876277"/>
            <a:ext cx="1724064" cy="1267222"/>
            <a:chOff x="6980812" y="3419077"/>
            <a:chExt cx="1724064" cy="1267222"/>
          </a:xfrm>
        </p:grpSpPr>
        <p:sp>
          <p:nvSpPr>
            <p:cNvPr id="499" name="Google Shape;499;p37"/>
            <p:cNvSpPr/>
            <p:nvPr/>
          </p:nvSpPr>
          <p:spPr>
            <a:xfrm>
              <a:off x="6980812" y="34190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7057012" y="34190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501" name="Google Shape;501;p37"/>
          <p:cNvGrpSpPr/>
          <p:nvPr/>
        </p:nvGrpSpPr>
        <p:grpSpPr>
          <a:xfrm>
            <a:off x="-13213" y="3885802"/>
            <a:ext cx="1724064" cy="1267222"/>
            <a:chOff x="-622813" y="3276202"/>
            <a:chExt cx="1724064" cy="1267222"/>
          </a:xfrm>
        </p:grpSpPr>
        <p:sp>
          <p:nvSpPr>
            <p:cNvPr id="502" name="Google Shape;502;p37"/>
            <p:cNvSpPr/>
            <p:nvPr/>
          </p:nvSpPr>
          <p:spPr>
            <a:xfrm flipH="1">
              <a:off x="-546613" y="32762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03" name="Google Shape;503;p37"/>
            <p:cNvSpPr/>
            <p:nvPr/>
          </p:nvSpPr>
          <p:spPr>
            <a:xfrm flipH="1">
              <a:off x="-622813" y="32762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right3">
  <p:cSld name="CUSTOM_13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8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506" name="Google Shape;506;p38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507" name="Google Shape;507;p38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509" name="Google Shape;509;p38"/>
          <p:cNvSpPr/>
          <p:nvPr/>
        </p:nvSpPr>
        <p:spPr>
          <a:xfrm>
            <a:off x="7429503" y="3883654"/>
            <a:ext cx="1647810" cy="1267222"/>
          </a:xfrm>
          <a:custGeom>
            <a:rect b="b" l="l" r="r" t="t"/>
            <a:pathLst>
              <a:path extrusionOk="0" h="21492" w="21600">
                <a:moveTo>
                  <a:pt x="21600" y="673"/>
                </a:moveTo>
                <a:cubicBezTo>
                  <a:pt x="21600" y="673"/>
                  <a:pt x="21600" y="673"/>
                  <a:pt x="21600" y="20101"/>
                </a:cubicBezTo>
                <a:lnTo>
                  <a:pt x="21600" y="21492"/>
                </a:lnTo>
                <a:lnTo>
                  <a:pt x="0" y="21492"/>
                </a:lnTo>
                <a:lnTo>
                  <a:pt x="0" y="20470"/>
                </a:lnTo>
                <a:lnTo>
                  <a:pt x="49" y="20352"/>
                </a:lnTo>
                <a:cubicBezTo>
                  <a:pt x="318" y="19776"/>
                  <a:pt x="697" y="19269"/>
                  <a:pt x="1149" y="18885"/>
                </a:cubicBezTo>
                <a:cubicBezTo>
                  <a:pt x="2434" y="17802"/>
                  <a:pt x="4139" y="17710"/>
                  <a:pt x="5564" y="16909"/>
                </a:cubicBezTo>
                <a:cubicBezTo>
                  <a:pt x="7575" y="15786"/>
                  <a:pt x="8838" y="13383"/>
                  <a:pt x="9743" y="10987"/>
                </a:cubicBezTo>
                <a:cubicBezTo>
                  <a:pt x="10654" y="8597"/>
                  <a:pt x="11352" y="6037"/>
                  <a:pt x="12738" y="3989"/>
                </a:cubicBezTo>
                <a:cubicBezTo>
                  <a:pt x="14029" y="2085"/>
                  <a:pt x="15884" y="726"/>
                  <a:pt x="17907" y="201"/>
                </a:cubicBezTo>
                <a:cubicBezTo>
                  <a:pt x="18890" y="-49"/>
                  <a:pt x="19935" y="-108"/>
                  <a:pt x="20885" y="273"/>
                </a:cubicBezTo>
                <a:cubicBezTo>
                  <a:pt x="21131" y="371"/>
                  <a:pt x="21371" y="509"/>
                  <a:pt x="21600" y="67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Sans Pro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10" name="Google Shape;510;p38"/>
          <p:cNvSpPr/>
          <p:nvPr/>
        </p:nvSpPr>
        <p:spPr>
          <a:xfrm>
            <a:off x="7505703" y="3883654"/>
            <a:ext cx="1647810" cy="1267222"/>
          </a:xfrm>
          <a:custGeom>
            <a:rect b="b" l="l" r="r" t="t"/>
            <a:pathLst>
              <a:path extrusionOk="0" h="21492" w="21600">
                <a:moveTo>
                  <a:pt x="21600" y="673"/>
                </a:moveTo>
                <a:cubicBezTo>
                  <a:pt x="21600" y="673"/>
                  <a:pt x="21600" y="673"/>
                  <a:pt x="21600" y="20101"/>
                </a:cubicBezTo>
                <a:lnTo>
                  <a:pt x="21600" y="21492"/>
                </a:lnTo>
                <a:lnTo>
                  <a:pt x="0" y="21492"/>
                </a:lnTo>
                <a:lnTo>
                  <a:pt x="0" y="20470"/>
                </a:lnTo>
                <a:lnTo>
                  <a:pt x="49" y="20352"/>
                </a:lnTo>
                <a:cubicBezTo>
                  <a:pt x="318" y="19776"/>
                  <a:pt x="697" y="19269"/>
                  <a:pt x="1149" y="18885"/>
                </a:cubicBezTo>
                <a:cubicBezTo>
                  <a:pt x="2434" y="17802"/>
                  <a:pt x="4139" y="17710"/>
                  <a:pt x="5564" y="16909"/>
                </a:cubicBezTo>
                <a:cubicBezTo>
                  <a:pt x="7575" y="15786"/>
                  <a:pt x="8838" y="13383"/>
                  <a:pt x="9743" y="10987"/>
                </a:cubicBezTo>
                <a:cubicBezTo>
                  <a:pt x="10654" y="8597"/>
                  <a:pt x="11352" y="6037"/>
                  <a:pt x="12738" y="3989"/>
                </a:cubicBezTo>
                <a:cubicBezTo>
                  <a:pt x="14029" y="2085"/>
                  <a:pt x="15884" y="726"/>
                  <a:pt x="17907" y="201"/>
                </a:cubicBezTo>
                <a:cubicBezTo>
                  <a:pt x="18890" y="-49"/>
                  <a:pt x="19935" y="-108"/>
                  <a:pt x="20885" y="273"/>
                </a:cubicBezTo>
                <a:cubicBezTo>
                  <a:pt x="21131" y="371"/>
                  <a:pt x="21371" y="509"/>
                  <a:pt x="21600" y="673"/>
                </a:cubicBezTo>
                <a:close/>
              </a:path>
            </a:pathLst>
          </a:custGeom>
          <a:gradFill>
            <a:gsLst>
              <a:gs pos="0">
                <a:srgbClr val="33CCCC"/>
              </a:gs>
              <a:gs pos="100000">
                <a:srgbClr val="0084B4"/>
              </a:gs>
            </a:gsLst>
            <a:lin ang="2698631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Sans Pro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11" name="Google Shape;511;p38"/>
          <p:cNvSpPr/>
          <p:nvPr/>
        </p:nvSpPr>
        <p:spPr>
          <a:xfrm flipH="1" rot="-7200000">
            <a:off x="7261295" y="3136736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12" name="Google Shape;512;p38"/>
          <p:cNvSpPr txBox="1"/>
          <p:nvPr>
            <p:ph idx="1" type="body"/>
          </p:nvPr>
        </p:nvSpPr>
        <p:spPr>
          <a:xfrm>
            <a:off x="4523225" y="1466825"/>
            <a:ext cx="385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3" name="Google Shape;513;p38"/>
          <p:cNvSpPr/>
          <p:nvPr/>
        </p:nvSpPr>
        <p:spPr>
          <a:xfrm flipH="1" rot="-7200000">
            <a:off x="90920" y="1904798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3">
  <p:cSld name="CUSTOM_15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9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516" name="Google Shape;516;p39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17" name="Google Shape;517;p39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518" name="Google Shape;518;p39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519" name="Google Shape;519;p39"/>
          <p:cNvSpPr txBox="1"/>
          <p:nvPr>
            <p:ph idx="1" type="subTitle"/>
          </p:nvPr>
        </p:nvSpPr>
        <p:spPr>
          <a:xfrm>
            <a:off x="1046975" y="3184925"/>
            <a:ext cx="14448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0" name="Google Shape;520;p39"/>
          <p:cNvSpPr txBox="1"/>
          <p:nvPr>
            <p:ph idx="2" type="subTitle"/>
          </p:nvPr>
        </p:nvSpPr>
        <p:spPr>
          <a:xfrm>
            <a:off x="970775" y="3682825"/>
            <a:ext cx="1597200" cy="7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1" name="Google Shape;521;p39"/>
          <p:cNvSpPr txBox="1"/>
          <p:nvPr>
            <p:ph idx="3" type="subTitle"/>
          </p:nvPr>
        </p:nvSpPr>
        <p:spPr>
          <a:xfrm>
            <a:off x="3159198" y="3184925"/>
            <a:ext cx="1444800" cy="3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2" name="Google Shape;522;p39"/>
          <p:cNvSpPr txBox="1"/>
          <p:nvPr>
            <p:ph idx="4" type="subTitle"/>
          </p:nvPr>
        </p:nvSpPr>
        <p:spPr>
          <a:xfrm>
            <a:off x="3064248" y="3682826"/>
            <a:ext cx="1634700" cy="7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ection3">
  <p:cSld name="CUSTOM_14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0"/>
          <p:cNvSpPr/>
          <p:nvPr/>
        </p:nvSpPr>
        <p:spPr>
          <a:xfrm>
            <a:off x="-9525" y="-9525"/>
            <a:ext cx="9239400" cy="5191200"/>
          </a:xfrm>
          <a:prstGeom prst="rect">
            <a:avLst/>
          </a:prstGeom>
          <a:gradFill>
            <a:gsLst>
              <a:gs pos="0">
                <a:srgbClr val="3D73AF"/>
              </a:gs>
              <a:gs pos="100000">
                <a:srgbClr val="00AFA0"/>
              </a:gs>
            </a:gsLst>
            <a:lin ang="108014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5" name="Google Shape;525;p40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>
            <a:off x="-19525" y="-19012"/>
            <a:ext cx="9259421" cy="5210173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0"/>
          <p:cNvSpPr txBox="1"/>
          <p:nvPr>
            <p:ph type="title"/>
          </p:nvPr>
        </p:nvSpPr>
        <p:spPr>
          <a:xfrm>
            <a:off x="713225" y="2235450"/>
            <a:ext cx="7717500" cy="6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27" name="Google Shape;527;p40"/>
          <p:cNvSpPr txBox="1"/>
          <p:nvPr>
            <p:ph hasCustomPrompt="1" idx="2" type="title"/>
          </p:nvPr>
        </p:nvSpPr>
        <p:spPr>
          <a:xfrm>
            <a:off x="2347350" y="1704800"/>
            <a:ext cx="4449300" cy="5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8" name="Google Shape;528;p40"/>
          <p:cNvSpPr txBox="1"/>
          <p:nvPr>
            <p:ph idx="1" type="subTitle"/>
          </p:nvPr>
        </p:nvSpPr>
        <p:spPr>
          <a:xfrm>
            <a:off x="1771050" y="2857600"/>
            <a:ext cx="56019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29" name="Google Shape;529;p40"/>
          <p:cNvGrpSpPr/>
          <p:nvPr/>
        </p:nvGrpSpPr>
        <p:grpSpPr>
          <a:xfrm rot="10800000">
            <a:off x="7505812" y="-9521"/>
            <a:ext cx="1724064" cy="1267222"/>
            <a:chOff x="-9538" y="3895327"/>
            <a:chExt cx="1724064" cy="1267222"/>
          </a:xfrm>
        </p:grpSpPr>
        <p:sp>
          <p:nvSpPr>
            <p:cNvPr id="530" name="Google Shape;530;p40"/>
            <p:cNvSpPr/>
            <p:nvPr/>
          </p:nvSpPr>
          <p:spPr>
            <a:xfrm flipH="1">
              <a:off x="66662" y="389532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31" name="Google Shape;531;p40"/>
            <p:cNvSpPr/>
            <p:nvPr/>
          </p:nvSpPr>
          <p:spPr>
            <a:xfrm flipH="1">
              <a:off x="-9538" y="389532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532" name="Google Shape;532;p40"/>
          <p:cNvGrpSpPr/>
          <p:nvPr/>
        </p:nvGrpSpPr>
        <p:grpSpPr>
          <a:xfrm rot="10800000">
            <a:off x="-9522" y="3914444"/>
            <a:ext cx="1724010" cy="1267222"/>
            <a:chOff x="7429503" y="-9546"/>
            <a:chExt cx="1724010" cy="1267222"/>
          </a:xfrm>
        </p:grpSpPr>
        <p:sp>
          <p:nvSpPr>
            <p:cNvPr id="533" name="Google Shape;533;p40"/>
            <p:cNvSpPr/>
            <p:nvPr/>
          </p:nvSpPr>
          <p:spPr>
            <a:xfrm flipH="1" rot="10800000">
              <a:off x="74295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34" name="Google Shape;534;p40"/>
            <p:cNvSpPr/>
            <p:nvPr/>
          </p:nvSpPr>
          <p:spPr>
            <a:xfrm flipH="1" rot="10800000">
              <a:off x="7505703" y="-9546"/>
              <a:ext cx="1647810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2">
  <p:cSld name="CUSTOM_16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1"/>
          <p:cNvSpPr txBox="1"/>
          <p:nvPr>
            <p:ph type="title"/>
          </p:nvPr>
        </p:nvSpPr>
        <p:spPr>
          <a:xfrm>
            <a:off x="713025" y="3358850"/>
            <a:ext cx="3858900" cy="2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7" name="Google Shape;537;p41"/>
          <p:cNvSpPr txBox="1"/>
          <p:nvPr>
            <p:ph idx="1" type="subTitle"/>
          </p:nvPr>
        </p:nvSpPr>
        <p:spPr>
          <a:xfrm>
            <a:off x="713225" y="2051100"/>
            <a:ext cx="3858900" cy="1041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/>
        </p:txBody>
      </p:sp>
      <p:grpSp>
        <p:nvGrpSpPr>
          <p:cNvPr id="538" name="Google Shape;538;p41"/>
          <p:cNvGrpSpPr/>
          <p:nvPr/>
        </p:nvGrpSpPr>
        <p:grpSpPr>
          <a:xfrm>
            <a:off x="7438012" y="2"/>
            <a:ext cx="1724064" cy="1267222"/>
            <a:chOff x="6980812" y="-457198"/>
            <a:chExt cx="1724064" cy="1267222"/>
          </a:xfrm>
        </p:grpSpPr>
        <p:sp>
          <p:nvSpPr>
            <p:cNvPr id="539" name="Google Shape;539;p41"/>
            <p:cNvSpPr/>
            <p:nvPr/>
          </p:nvSpPr>
          <p:spPr>
            <a:xfrm flipH="1" rot="10800000">
              <a:off x="6980812" y="-457198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40" name="Google Shape;540;p41"/>
            <p:cNvSpPr/>
            <p:nvPr/>
          </p:nvSpPr>
          <p:spPr>
            <a:xfrm flipH="1" rot="10800000">
              <a:off x="7057012" y="-457198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541" name="Google Shape;541;p41"/>
          <p:cNvGrpSpPr/>
          <p:nvPr/>
        </p:nvGrpSpPr>
        <p:grpSpPr>
          <a:xfrm>
            <a:off x="7438012" y="3885802"/>
            <a:ext cx="1724064" cy="1267222"/>
            <a:chOff x="6828412" y="3276202"/>
            <a:chExt cx="1724064" cy="1267222"/>
          </a:xfrm>
        </p:grpSpPr>
        <p:sp>
          <p:nvSpPr>
            <p:cNvPr id="542" name="Google Shape;542;p41"/>
            <p:cNvSpPr/>
            <p:nvPr/>
          </p:nvSpPr>
          <p:spPr>
            <a:xfrm>
              <a:off x="6828412" y="32762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43" name="Google Shape;543;p41"/>
            <p:cNvSpPr/>
            <p:nvPr/>
          </p:nvSpPr>
          <p:spPr>
            <a:xfrm>
              <a:off x="6904612" y="32762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544" name="Google Shape;544;p41"/>
          <p:cNvSpPr/>
          <p:nvPr/>
        </p:nvSpPr>
        <p:spPr>
          <a:xfrm flipH="1" rot="-7200000">
            <a:off x="5910695" y="1476173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rigth3">
  <p:cSld name="CUSTOM_17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2"/>
          <p:cNvSpPr txBox="1"/>
          <p:nvPr>
            <p:ph idx="1" type="subTitle"/>
          </p:nvPr>
        </p:nvSpPr>
        <p:spPr>
          <a:xfrm>
            <a:off x="6536425" y="2846778"/>
            <a:ext cx="1828800" cy="3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7" name="Google Shape;547;p42"/>
          <p:cNvSpPr txBox="1"/>
          <p:nvPr>
            <p:ph idx="2" type="subTitle"/>
          </p:nvPr>
        </p:nvSpPr>
        <p:spPr>
          <a:xfrm>
            <a:off x="6536425" y="3398275"/>
            <a:ext cx="1828800" cy="82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8" name="Google Shape;548;p42"/>
          <p:cNvSpPr txBox="1"/>
          <p:nvPr>
            <p:ph hasCustomPrompt="1" type="title"/>
          </p:nvPr>
        </p:nvSpPr>
        <p:spPr>
          <a:xfrm>
            <a:off x="6954775" y="1709675"/>
            <a:ext cx="9921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t>xx%</a:t>
            </a:r>
          </a:p>
        </p:txBody>
      </p:sp>
      <p:grpSp>
        <p:nvGrpSpPr>
          <p:cNvPr id="549" name="Google Shape;549;p42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550" name="Google Shape;550;p42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51" name="Google Shape;551;p42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552" name="Google Shape;552;p42"/>
          <p:cNvSpPr txBox="1"/>
          <p:nvPr>
            <p:ph idx="3"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553" name="Google Shape;553;p42"/>
          <p:cNvSpPr txBox="1"/>
          <p:nvPr>
            <p:ph idx="4" type="subTitle"/>
          </p:nvPr>
        </p:nvSpPr>
        <p:spPr>
          <a:xfrm>
            <a:off x="4424125" y="2846778"/>
            <a:ext cx="1828800" cy="3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4" name="Google Shape;554;p42"/>
          <p:cNvSpPr txBox="1"/>
          <p:nvPr>
            <p:ph idx="5" type="subTitle"/>
          </p:nvPr>
        </p:nvSpPr>
        <p:spPr>
          <a:xfrm>
            <a:off x="4424125" y="3398275"/>
            <a:ext cx="1828800" cy="82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p42"/>
          <p:cNvSpPr txBox="1"/>
          <p:nvPr>
            <p:ph hasCustomPrompt="1" idx="6" type="title"/>
          </p:nvPr>
        </p:nvSpPr>
        <p:spPr>
          <a:xfrm>
            <a:off x="4844725" y="1709669"/>
            <a:ext cx="987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t>xx%</a:t>
            </a:r>
          </a:p>
        </p:txBody>
      </p:sp>
      <p:grpSp>
        <p:nvGrpSpPr>
          <p:cNvPr id="556" name="Google Shape;556;p42"/>
          <p:cNvGrpSpPr/>
          <p:nvPr/>
        </p:nvGrpSpPr>
        <p:grpSpPr>
          <a:xfrm>
            <a:off x="12" y="3876277"/>
            <a:ext cx="1724064" cy="1267222"/>
            <a:chOff x="6980812" y="3419077"/>
            <a:chExt cx="1724064" cy="1267222"/>
          </a:xfrm>
        </p:grpSpPr>
        <p:sp>
          <p:nvSpPr>
            <p:cNvPr id="557" name="Google Shape;557;p42"/>
            <p:cNvSpPr/>
            <p:nvPr/>
          </p:nvSpPr>
          <p:spPr>
            <a:xfrm flipH="1">
              <a:off x="7057012" y="34190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58" name="Google Shape;558;p42"/>
            <p:cNvSpPr/>
            <p:nvPr/>
          </p:nvSpPr>
          <p:spPr>
            <a:xfrm flipH="1">
              <a:off x="6980812" y="34190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559" name="Google Shape;559;p42"/>
          <p:cNvGrpSpPr/>
          <p:nvPr/>
        </p:nvGrpSpPr>
        <p:grpSpPr>
          <a:xfrm>
            <a:off x="7438012" y="2"/>
            <a:ext cx="1724064" cy="1267222"/>
            <a:chOff x="6980812" y="-457198"/>
            <a:chExt cx="1724064" cy="1267222"/>
          </a:xfrm>
        </p:grpSpPr>
        <p:sp>
          <p:nvSpPr>
            <p:cNvPr id="560" name="Google Shape;560;p42"/>
            <p:cNvSpPr/>
            <p:nvPr/>
          </p:nvSpPr>
          <p:spPr>
            <a:xfrm flipH="1" rot="10800000">
              <a:off x="6980812" y="-457198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61" name="Google Shape;561;p42"/>
            <p:cNvSpPr/>
            <p:nvPr/>
          </p:nvSpPr>
          <p:spPr>
            <a:xfrm flipH="1" rot="10800000">
              <a:off x="7057012" y="-457198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562" name="Google Shape;562;p42"/>
          <p:cNvSpPr/>
          <p:nvPr/>
        </p:nvSpPr>
        <p:spPr>
          <a:xfrm flipH="1" rot="-7200000">
            <a:off x="81395" y="1307198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3">
  <p:cSld name="CUSTOM_18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Google Shape;564;p43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565" name="Google Shape;565;p43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66" name="Google Shape;566;p43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567" name="Google Shape;567;p43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568" name="Google Shape;568;p43"/>
          <p:cNvSpPr txBox="1"/>
          <p:nvPr>
            <p:ph idx="1" type="subTitle"/>
          </p:nvPr>
        </p:nvSpPr>
        <p:spPr>
          <a:xfrm>
            <a:off x="6230079" y="3456378"/>
            <a:ext cx="1828800" cy="3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p43"/>
          <p:cNvSpPr txBox="1"/>
          <p:nvPr>
            <p:ph idx="2" type="subTitle"/>
          </p:nvPr>
        </p:nvSpPr>
        <p:spPr>
          <a:xfrm>
            <a:off x="6230079" y="3912625"/>
            <a:ext cx="18288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0" name="Google Shape;570;p43"/>
          <p:cNvSpPr txBox="1"/>
          <p:nvPr>
            <p:ph idx="3" type="subTitle"/>
          </p:nvPr>
        </p:nvSpPr>
        <p:spPr>
          <a:xfrm>
            <a:off x="3657600" y="3456378"/>
            <a:ext cx="1828800" cy="3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1" name="Google Shape;571;p43"/>
          <p:cNvSpPr txBox="1"/>
          <p:nvPr>
            <p:ph idx="4" type="subTitle"/>
          </p:nvPr>
        </p:nvSpPr>
        <p:spPr>
          <a:xfrm>
            <a:off x="3657600" y="3912625"/>
            <a:ext cx="18288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43"/>
          <p:cNvSpPr txBox="1"/>
          <p:nvPr>
            <p:ph idx="5" type="subTitle"/>
          </p:nvPr>
        </p:nvSpPr>
        <p:spPr>
          <a:xfrm>
            <a:off x="1085829" y="3456378"/>
            <a:ext cx="1828800" cy="3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3" name="Google Shape;573;p43"/>
          <p:cNvSpPr txBox="1"/>
          <p:nvPr>
            <p:ph idx="6" type="subTitle"/>
          </p:nvPr>
        </p:nvSpPr>
        <p:spPr>
          <a:xfrm>
            <a:off x="1085829" y="3912625"/>
            <a:ext cx="18288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p43"/>
          <p:cNvSpPr txBox="1"/>
          <p:nvPr>
            <p:ph idx="7" type="body"/>
          </p:nvPr>
        </p:nvSpPr>
        <p:spPr>
          <a:xfrm>
            <a:off x="713225" y="1314425"/>
            <a:ext cx="7717500" cy="7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575" name="Google Shape;575;p43"/>
          <p:cNvGrpSpPr/>
          <p:nvPr/>
        </p:nvGrpSpPr>
        <p:grpSpPr>
          <a:xfrm>
            <a:off x="7438012" y="2"/>
            <a:ext cx="1724064" cy="1267222"/>
            <a:chOff x="6980812" y="-457198"/>
            <a:chExt cx="1724064" cy="1267222"/>
          </a:xfrm>
        </p:grpSpPr>
        <p:sp>
          <p:nvSpPr>
            <p:cNvPr id="576" name="Google Shape;576;p43"/>
            <p:cNvSpPr/>
            <p:nvPr/>
          </p:nvSpPr>
          <p:spPr>
            <a:xfrm flipH="1" rot="10800000">
              <a:off x="6980812" y="-457198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77" name="Google Shape;577;p43"/>
            <p:cNvSpPr/>
            <p:nvPr/>
          </p:nvSpPr>
          <p:spPr>
            <a:xfrm flipH="1" rot="10800000">
              <a:off x="7057012" y="-457198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578" name="Google Shape;578;p43"/>
          <p:cNvGrpSpPr/>
          <p:nvPr/>
        </p:nvGrpSpPr>
        <p:grpSpPr>
          <a:xfrm>
            <a:off x="12" y="3876277"/>
            <a:ext cx="1724064" cy="1267222"/>
            <a:chOff x="6980812" y="3419077"/>
            <a:chExt cx="1724064" cy="1267222"/>
          </a:xfrm>
        </p:grpSpPr>
        <p:sp>
          <p:nvSpPr>
            <p:cNvPr id="579" name="Google Shape;579;p43"/>
            <p:cNvSpPr/>
            <p:nvPr/>
          </p:nvSpPr>
          <p:spPr>
            <a:xfrm flipH="1">
              <a:off x="7057012" y="34190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80" name="Google Shape;580;p43"/>
            <p:cNvSpPr/>
            <p:nvPr/>
          </p:nvSpPr>
          <p:spPr>
            <a:xfrm flipH="1">
              <a:off x="6980812" y="34190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3">
  <p:cSld name="CUSTOM_20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D73AF"/>
              </a:gs>
              <a:gs pos="100000">
                <a:srgbClr val="00AFA0"/>
              </a:gs>
            </a:gsLst>
            <a:lin ang="108014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3" name="Google Shape;583;p44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>
            <a:off x="-488" y="-19012"/>
            <a:ext cx="9259421" cy="52101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4" name="Google Shape;584;p44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585" name="Google Shape;585;p44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86" name="Google Shape;586;p44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587" name="Google Shape;587;p44"/>
          <p:cNvGrpSpPr/>
          <p:nvPr/>
        </p:nvGrpSpPr>
        <p:grpSpPr>
          <a:xfrm rot="10800000">
            <a:off x="7467462" y="-6104"/>
            <a:ext cx="1724064" cy="1267222"/>
            <a:chOff x="-9538" y="3885802"/>
            <a:chExt cx="1724064" cy="1267222"/>
          </a:xfrm>
        </p:grpSpPr>
        <p:sp>
          <p:nvSpPr>
            <p:cNvPr id="588" name="Google Shape;588;p44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89" name="Google Shape;589;p44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590" name="Google Shape;590;p44"/>
          <p:cNvSpPr txBox="1"/>
          <p:nvPr>
            <p:ph idx="1" type="subTitle"/>
          </p:nvPr>
        </p:nvSpPr>
        <p:spPr>
          <a:xfrm>
            <a:off x="1257300" y="1712325"/>
            <a:ext cx="2615100" cy="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1" name="Google Shape;591;p44"/>
          <p:cNvSpPr txBox="1"/>
          <p:nvPr>
            <p:ph idx="2" type="subTitle"/>
          </p:nvPr>
        </p:nvSpPr>
        <p:spPr>
          <a:xfrm>
            <a:off x="1257300" y="2182800"/>
            <a:ext cx="26193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44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593" name="Google Shape;593;p44"/>
          <p:cNvSpPr txBox="1"/>
          <p:nvPr>
            <p:ph idx="3" type="subTitle"/>
          </p:nvPr>
        </p:nvSpPr>
        <p:spPr>
          <a:xfrm>
            <a:off x="1322825" y="3026775"/>
            <a:ext cx="2615100" cy="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4" name="Google Shape;594;p44"/>
          <p:cNvSpPr txBox="1"/>
          <p:nvPr>
            <p:ph idx="4" type="subTitle"/>
          </p:nvPr>
        </p:nvSpPr>
        <p:spPr>
          <a:xfrm>
            <a:off x="1322825" y="3497250"/>
            <a:ext cx="26193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44"/>
          <p:cNvSpPr txBox="1"/>
          <p:nvPr>
            <p:ph hasCustomPrompt="1" idx="5" type="title"/>
          </p:nvPr>
        </p:nvSpPr>
        <p:spPr>
          <a:xfrm>
            <a:off x="4920569" y="2318585"/>
            <a:ext cx="8625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t>xx%</a:t>
            </a:r>
          </a:p>
        </p:txBody>
      </p:sp>
      <p:sp>
        <p:nvSpPr>
          <p:cNvPr id="596" name="Google Shape;596;p44"/>
          <p:cNvSpPr txBox="1"/>
          <p:nvPr>
            <p:ph hasCustomPrompt="1" idx="6" type="title"/>
          </p:nvPr>
        </p:nvSpPr>
        <p:spPr>
          <a:xfrm>
            <a:off x="6662597" y="2871035"/>
            <a:ext cx="8625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 and bars">
  <p:cSld name="CUSTOM_20_1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D73AF"/>
              </a:gs>
              <a:gs pos="100000">
                <a:srgbClr val="00AFA0"/>
              </a:gs>
            </a:gsLst>
            <a:lin ang="108014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9" name="Google Shape;599;p45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>
            <a:off x="-488" y="-19012"/>
            <a:ext cx="9259421" cy="5210173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5"/>
          <p:cNvSpPr txBox="1"/>
          <p:nvPr>
            <p:ph idx="1" type="body"/>
          </p:nvPr>
        </p:nvSpPr>
        <p:spPr>
          <a:xfrm>
            <a:off x="712175" y="1390625"/>
            <a:ext cx="3183600" cy="108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601" name="Google Shape;601;p45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602" name="Google Shape;602;p45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03" name="Google Shape;603;p45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604" name="Google Shape;604;p45"/>
          <p:cNvGrpSpPr/>
          <p:nvPr/>
        </p:nvGrpSpPr>
        <p:grpSpPr>
          <a:xfrm rot="10800000">
            <a:off x="7467462" y="-6104"/>
            <a:ext cx="1724064" cy="1267222"/>
            <a:chOff x="-9538" y="3885802"/>
            <a:chExt cx="1724064" cy="1267222"/>
          </a:xfrm>
        </p:grpSpPr>
        <p:sp>
          <p:nvSpPr>
            <p:cNvPr id="605" name="Google Shape;605;p45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06" name="Google Shape;606;p45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607" name="Google Shape;607;p45"/>
          <p:cNvSpPr txBox="1"/>
          <p:nvPr>
            <p:ph idx="2" type="subTitle"/>
          </p:nvPr>
        </p:nvSpPr>
        <p:spPr>
          <a:xfrm>
            <a:off x="839515" y="2902400"/>
            <a:ext cx="1143000" cy="19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09" name="Google Shape;609;p45"/>
          <p:cNvSpPr txBox="1"/>
          <p:nvPr>
            <p:ph idx="3" type="subTitle"/>
          </p:nvPr>
        </p:nvSpPr>
        <p:spPr>
          <a:xfrm>
            <a:off x="788374" y="3389601"/>
            <a:ext cx="1143000" cy="19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0" name="Google Shape;610;p45"/>
          <p:cNvSpPr txBox="1"/>
          <p:nvPr>
            <p:ph idx="4" type="subTitle"/>
          </p:nvPr>
        </p:nvSpPr>
        <p:spPr>
          <a:xfrm>
            <a:off x="788374" y="3846801"/>
            <a:ext cx="1143000" cy="19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1" name="Google Shape;611;p45"/>
          <p:cNvSpPr txBox="1"/>
          <p:nvPr>
            <p:ph hasCustomPrompt="1" idx="5" type="title"/>
          </p:nvPr>
        </p:nvSpPr>
        <p:spPr>
          <a:xfrm>
            <a:off x="3387050" y="3410075"/>
            <a:ext cx="862500" cy="1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t>xx%</a:t>
            </a:r>
          </a:p>
        </p:txBody>
      </p:sp>
      <p:sp>
        <p:nvSpPr>
          <p:cNvPr id="612" name="Google Shape;612;p45"/>
          <p:cNvSpPr txBox="1"/>
          <p:nvPr>
            <p:ph hasCustomPrompt="1" idx="6" type="title"/>
          </p:nvPr>
        </p:nvSpPr>
        <p:spPr>
          <a:xfrm>
            <a:off x="2843077" y="3867275"/>
            <a:ext cx="862500" cy="1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t>xx%</a:t>
            </a:r>
          </a:p>
        </p:txBody>
      </p:sp>
      <p:sp>
        <p:nvSpPr>
          <p:cNvPr id="613" name="Google Shape;613;p45"/>
          <p:cNvSpPr txBox="1"/>
          <p:nvPr>
            <p:ph hasCustomPrompt="1" idx="7" type="title"/>
          </p:nvPr>
        </p:nvSpPr>
        <p:spPr>
          <a:xfrm>
            <a:off x="3909877" y="2952875"/>
            <a:ext cx="862500" cy="1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2">
  <p:cSld name="CUSTOM_21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6"/>
          <p:cNvSpPr/>
          <p:nvPr/>
        </p:nvSpPr>
        <p:spPr>
          <a:xfrm flipH="1" rot="-7200000">
            <a:off x="-941980" y="3425586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16" name="Google Shape;616;p46"/>
          <p:cNvSpPr txBox="1"/>
          <p:nvPr>
            <p:ph idx="1" type="subTitle"/>
          </p:nvPr>
        </p:nvSpPr>
        <p:spPr>
          <a:xfrm>
            <a:off x="1713250" y="1517723"/>
            <a:ext cx="1508400" cy="2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617" name="Google Shape;617;p46"/>
          <p:cNvSpPr txBox="1"/>
          <p:nvPr>
            <p:ph idx="2" type="subTitle"/>
          </p:nvPr>
        </p:nvSpPr>
        <p:spPr>
          <a:xfrm>
            <a:off x="713225" y="1904975"/>
            <a:ext cx="25083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18" name="Google Shape;618;p46"/>
          <p:cNvSpPr txBox="1"/>
          <p:nvPr>
            <p:ph idx="3" type="subTitle"/>
          </p:nvPr>
        </p:nvSpPr>
        <p:spPr>
          <a:xfrm>
            <a:off x="1713250" y="2965523"/>
            <a:ext cx="1508400" cy="2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619" name="Google Shape;619;p46"/>
          <p:cNvSpPr txBox="1"/>
          <p:nvPr>
            <p:ph idx="4" type="subTitle"/>
          </p:nvPr>
        </p:nvSpPr>
        <p:spPr>
          <a:xfrm>
            <a:off x="713350" y="3352775"/>
            <a:ext cx="25083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0" name="Google Shape;620;p46"/>
          <p:cNvSpPr txBox="1"/>
          <p:nvPr>
            <p:ph idx="5" type="subTitle"/>
          </p:nvPr>
        </p:nvSpPr>
        <p:spPr>
          <a:xfrm>
            <a:off x="5929600" y="1517723"/>
            <a:ext cx="1508400" cy="2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621" name="Google Shape;621;p46"/>
          <p:cNvSpPr txBox="1"/>
          <p:nvPr>
            <p:ph idx="6" type="subTitle"/>
          </p:nvPr>
        </p:nvSpPr>
        <p:spPr>
          <a:xfrm>
            <a:off x="5929600" y="1904975"/>
            <a:ext cx="25056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2" name="Google Shape;622;p46"/>
          <p:cNvSpPr txBox="1"/>
          <p:nvPr>
            <p:ph idx="7" type="subTitle"/>
          </p:nvPr>
        </p:nvSpPr>
        <p:spPr>
          <a:xfrm>
            <a:off x="5929600" y="2965523"/>
            <a:ext cx="1508400" cy="2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623" name="Google Shape;623;p46"/>
          <p:cNvSpPr txBox="1"/>
          <p:nvPr>
            <p:ph idx="8" type="subTitle"/>
          </p:nvPr>
        </p:nvSpPr>
        <p:spPr>
          <a:xfrm>
            <a:off x="5929600" y="3352773"/>
            <a:ext cx="25056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24" name="Google Shape;624;p46"/>
          <p:cNvGrpSpPr/>
          <p:nvPr/>
        </p:nvGrpSpPr>
        <p:grpSpPr>
          <a:xfrm>
            <a:off x="7438012" y="2"/>
            <a:ext cx="1724064" cy="1267222"/>
            <a:chOff x="6980812" y="-457198"/>
            <a:chExt cx="1724064" cy="1267222"/>
          </a:xfrm>
        </p:grpSpPr>
        <p:sp>
          <p:nvSpPr>
            <p:cNvPr id="625" name="Google Shape;625;p46"/>
            <p:cNvSpPr/>
            <p:nvPr/>
          </p:nvSpPr>
          <p:spPr>
            <a:xfrm flipH="1" rot="10800000">
              <a:off x="6980812" y="-457198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26" name="Google Shape;626;p46"/>
            <p:cNvSpPr/>
            <p:nvPr/>
          </p:nvSpPr>
          <p:spPr>
            <a:xfrm flipH="1" rot="10800000">
              <a:off x="7057012" y="-457198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627" name="Google Shape;627;p46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628" name="Google Shape;628;p46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29" name="Google Shape;629;p46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630" name="Google Shape;630;p46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2">
  <p:cSld name="CUSTOM_22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7"/>
          <p:cNvSpPr txBox="1"/>
          <p:nvPr>
            <p:ph type="title"/>
          </p:nvPr>
        </p:nvSpPr>
        <p:spPr>
          <a:xfrm>
            <a:off x="1257300" y="1724025"/>
            <a:ext cx="31842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3" name="Google Shape;633;p47"/>
          <p:cNvSpPr txBox="1"/>
          <p:nvPr>
            <p:ph idx="1" type="subTitle"/>
          </p:nvPr>
        </p:nvSpPr>
        <p:spPr>
          <a:xfrm>
            <a:off x="1257300" y="2505775"/>
            <a:ext cx="3184200" cy="9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34" name="Google Shape;634;p47"/>
          <p:cNvGrpSpPr/>
          <p:nvPr/>
        </p:nvGrpSpPr>
        <p:grpSpPr>
          <a:xfrm>
            <a:off x="3086104" y="2162397"/>
            <a:ext cx="2029619" cy="335562"/>
            <a:chOff x="2933704" y="1705197"/>
            <a:chExt cx="2029619" cy="335562"/>
          </a:xfrm>
        </p:grpSpPr>
        <p:sp>
          <p:nvSpPr>
            <p:cNvPr descr="Slidesgo" id="635" name="Google Shape;635;p47" title="Lines medical"/>
            <p:cNvSpPr/>
            <p:nvPr/>
          </p:nvSpPr>
          <p:spPr>
            <a:xfrm>
              <a:off x="4393067" y="1705197"/>
              <a:ext cx="570255" cy="335562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descr="Slidesgo" id="636" name="Google Shape;636;p47" title="Lines"/>
            <p:cNvSpPr/>
            <p:nvPr/>
          </p:nvSpPr>
          <p:spPr>
            <a:xfrm>
              <a:off x="2933704" y="1914923"/>
              <a:ext cx="1517400" cy="27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637" name="Google Shape;637;p47"/>
          <p:cNvGrpSpPr/>
          <p:nvPr/>
        </p:nvGrpSpPr>
        <p:grpSpPr>
          <a:xfrm>
            <a:off x="-9513" y="-19048"/>
            <a:ext cx="1724064" cy="1267222"/>
            <a:chOff x="-161913" y="-171448"/>
            <a:chExt cx="1724064" cy="1267222"/>
          </a:xfrm>
        </p:grpSpPr>
        <p:sp>
          <p:nvSpPr>
            <p:cNvPr id="638" name="Google Shape;638;p47"/>
            <p:cNvSpPr/>
            <p:nvPr/>
          </p:nvSpPr>
          <p:spPr>
            <a:xfrm rot="10800000">
              <a:off x="-85713" y="-171448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39" name="Google Shape;639;p47"/>
            <p:cNvSpPr/>
            <p:nvPr/>
          </p:nvSpPr>
          <p:spPr>
            <a:xfrm rot="10800000">
              <a:off x="-161913" y="-171448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640" name="Google Shape;640;p47"/>
          <p:cNvGrpSpPr/>
          <p:nvPr/>
        </p:nvGrpSpPr>
        <p:grpSpPr>
          <a:xfrm>
            <a:off x="7419937" y="3876277"/>
            <a:ext cx="1724064" cy="1267222"/>
            <a:chOff x="7115137" y="3571477"/>
            <a:chExt cx="1724064" cy="1267222"/>
          </a:xfrm>
        </p:grpSpPr>
        <p:sp>
          <p:nvSpPr>
            <p:cNvPr id="641" name="Google Shape;641;p47"/>
            <p:cNvSpPr/>
            <p:nvPr/>
          </p:nvSpPr>
          <p:spPr>
            <a:xfrm>
              <a:off x="7115137" y="35714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42" name="Google Shape;642;p47"/>
            <p:cNvSpPr/>
            <p:nvPr/>
          </p:nvSpPr>
          <p:spPr>
            <a:xfrm>
              <a:off x="7191337" y="357147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643" name="Google Shape;643;p47"/>
          <p:cNvSpPr/>
          <p:nvPr/>
        </p:nvSpPr>
        <p:spPr>
          <a:xfrm flipH="1" rot="-7200000">
            <a:off x="5948795" y="1457123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2">
  <p:cSld name="CUSTOM_23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8"/>
          <p:cNvSpPr txBox="1"/>
          <p:nvPr>
            <p:ph idx="1" type="subTitle"/>
          </p:nvPr>
        </p:nvSpPr>
        <p:spPr>
          <a:xfrm>
            <a:off x="1245275" y="3094373"/>
            <a:ext cx="1508400" cy="2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646" name="Google Shape;646;p48"/>
          <p:cNvSpPr txBox="1"/>
          <p:nvPr>
            <p:ph idx="2" type="subTitle"/>
          </p:nvPr>
        </p:nvSpPr>
        <p:spPr>
          <a:xfrm>
            <a:off x="866525" y="3481625"/>
            <a:ext cx="22659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7" name="Google Shape;647;p48"/>
          <p:cNvSpPr txBox="1"/>
          <p:nvPr>
            <p:ph idx="3" type="subTitle"/>
          </p:nvPr>
        </p:nvSpPr>
        <p:spPr>
          <a:xfrm>
            <a:off x="3818675" y="3094373"/>
            <a:ext cx="1508400" cy="2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648" name="Google Shape;648;p48"/>
          <p:cNvSpPr txBox="1"/>
          <p:nvPr>
            <p:ph idx="4" type="subTitle"/>
          </p:nvPr>
        </p:nvSpPr>
        <p:spPr>
          <a:xfrm>
            <a:off x="3439025" y="3481623"/>
            <a:ext cx="22677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9" name="Google Shape;649;p48"/>
          <p:cNvSpPr txBox="1"/>
          <p:nvPr>
            <p:ph idx="5" type="subTitle"/>
          </p:nvPr>
        </p:nvSpPr>
        <p:spPr>
          <a:xfrm>
            <a:off x="6391175" y="3094373"/>
            <a:ext cx="1508400" cy="2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650" name="Google Shape;650;p48"/>
          <p:cNvSpPr txBox="1"/>
          <p:nvPr>
            <p:ph idx="6" type="subTitle"/>
          </p:nvPr>
        </p:nvSpPr>
        <p:spPr>
          <a:xfrm>
            <a:off x="6011525" y="3481623"/>
            <a:ext cx="22677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51" name="Google Shape;651;p48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652" name="Google Shape;652;p48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53" name="Google Shape;653;p48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654" name="Google Shape;654;p48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5" name="Google Shape;655;p48"/>
          <p:cNvSpPr txBox="1"/>
          <p:nvPr>
            <p:ph hasCustomPrompt="1" idx="7" type="title"/>
          </p:nvPr>
        </p:nvSpPr>
        <p:spPr>
          <a:xfrm>
            <a:off x="1482875" y="2180382"/>
            <a:ext cx="1033200" cy="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t>xx%</a:t>
            </a:r>
          </a:p>
        </p:txBody>
      </p:sp>
      <p:sp>
        <p:nvSpPr>
          <p:cNvPr id="656" name="Google Shape;656;p48"/>
          <p:cNvSpPr txBox="1"/>
          <p:nvPr>
            <p:ph hasCustomPrompt="1" idx="8" type="title"/>
          </p:nvPr>
        </p:nvSpPr>
        <p:spPr>
          <a:xfrm>
            <a:off x="4056275" y="2180382"/>
            <a:ext cx="1033200" cy="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t>xx%</a:t>
            </a:r>
          </a:p>
        </p:txBody>
      </p:sp>
      <p:sp>
        <p:nvSpPr>
          <p:cNvPr id="657" name="Google Shape;657;p48"/>
          <p:cNvSpPr txBox="1"/>
          <p:nvPr>
            <p:ph hasCustomPrompt="1" idx="9" type="title"/>
          </p:nvPr>
        </p:nvSpPr>
        <p:spPr>
          <a:xfrm>
            <a:off x="6629825" y="2180382"/>
            <a:ext cx="1031100" cy="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 sz="18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t>xx%</a:t>
            </a:r>
          </a:p>
        </p:txBody>
      </p:sp>
      <p:grpSp>
        <p:nvGrpSpPr>
          <p:cNvPr id="658" name="Google Shape;658;p48"/>
          <p:cNvGrpSpPr/>
          <p:nvPr/>
        </p:nvGrpSpPr>
        <p:grpSpPr>
          <a:xfrm>
            <a:off x="7429462" y="-9523"/>
            <a:ext cx="1724064" cy="1267222"/>
            <a:chOff x="7277062" y="-161923"/>
            <a:chExt cx="1724064" cy="1267222"/>
          </a:xfrm>
        </p:grpSpPr>
        <p:sp>
          <p:nvSpPr>
            <p:cNvPr id="659" name="Google Shape;659;p48"/>
            <p:cNvSpPr/>
            <p:nvPr/>
          </p:nvSpPr>
          <p:spPr>
            <a:xfrm flipH="1" rot="10800000">
              <a:off x="7277062" y="-161923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60" name="Google Shape;660;p48"/>
            <p:cNvSpPr/>
            <p:nvPr/>
          </p:nvSpPr>
          <p:spPr>
            <a:xfrm flipH="1" rot="10800000">
              <a:off x="7353262" y="-161923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ullets2">
  <p:cSld name="CUSTOM_23_1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2" name="Google Shape;662;p49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663" name="Google Shape;663;p49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64" name="Google Shape;664;p49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665" name="Google Shape;665;p49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66" name="Google Shape;666;p49"/>
          <p:cNvSpPr txBox="1"/>
          <p:nvPr>
            <p:ph idx="1" type="body"/>
          </p:nvPr>
        </p:nvSpPr>
        <p:spPr>
          <a:xfrm>
            <a:off x="1986425" y="1641900"/>
            <a:ext cx="5171100" cy="18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667" name="Google Shape;667;p49"/>
          <p:cNvGrpSpPr/>
          <p:nvPr/>
        </p:nvGrpSpPr>
        <p:grpSpPr>
          <a:xfrm>
            <a:off x="-9538" y="3885802"/>
            <a:ext cx="1724064" cy="1267222"/>
            <a:chOff x="-9538" y="3885802"/>
            <a:chExt cx="1724064" cy="1267222"/>
          </a:xfrm>
        </p:grpSpPr>
        <p:sp>
          <p:nvSpPr>
            <p:cNvPr id="668" name="Google Shape;668;p49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69" name="Google Shape;669;p49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670" name="Google Shape;670;p49"/>
          <p:cNvGrpSpPr/>
          <p:nvPr/>
        </p:nvGrpSpPr>
        <p:grpSpPr>
          <a:xfrm>
            <a:off x="7429462" y="-9523"/>
            <a:ext cx="1724064" cy="1267222"/>
            <a:chOff x="7277062" y="-161923"/>
            <a:chExt cx="1724064" cy="1267222"/>
          </a:xfrm>
        </p:grpSpPr>
        <p:sp>
          <p:nvSpPr>
            <p:cNvPr id="671" name="Google Shape;671;p49"/>
            <p:cNvSpPr/>
            <p:nvPr/>
          </p:nvSpPr>
          <p:spPr>
            <a:xfrm flipH="1" rot="10800000">
              <a:off x="7277062" y="-161923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72" name="Google Shape;672;p49"/>
            <p:cNvSpPr/>
            <p:nvPr/>
          </p:nvSpPr>
          <p:spPr>
            <a:xfrm flipH="1" rot="10800000">
              <a:off x="7353262" y="-161923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673" name="Google Shape;673;p49"/>
          <p:cNvSpPr/>
          <p:nvPr/>
        </p:nvSpPr>
        <p:spPr>
          <a:xfrm flipH="1" rot="-7200000">
            <a:off x="7358495" y="2981123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5">
  <p:cSld name="CUSTOM_23_1_1"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0"/>
          <p:cNvSpPr/>
          <p:nvPr/>
        </p:nvSpPr>
        <p:spPr>
          <a:xfrm>
            <a:off x="-9525" y="-9525"/>
            <a:ext cx="9239400" cy="5191200"/>
          </a:xfrm>
          <a:prstGeom prst="rect">
            <a:avLst/>
          </a:prstGeom>
          <a:gradFill>
            <a:gsLst>
              <a:gs pos="0">
                <a:srgbClr val="3D73AF"/>
              </a:gs>
              <a:gs pos="100000">
                <a:srgbClr val="00AFA0"/>
              </a:gs>
            </a:gsLst>
            <a:lin ang="108014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6" name="Google Shape;676;p50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>
            <a:off x="-19525" y="-19012"/>
            <a:ext cx="9259421" cy="5210173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50"/>
          <p:cNvSpPr txBox="1"/>
          <p:nvPr>
            <p:ph type="title"/>
          </p:nvPr>
        </p:nvSpPr>
        <p:spPr>
          <a:xfrm>
            <a:off x="713225" y="1142450"/>
            <a:ext cx="2456400" cy="6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4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78" name="Google Shape;678;p50"/>
          <p:cNvSpPr txBox="1"/>
          <p:nvPr>
            <p:ph idx="1" type="subTitle"/>
          </p:nvPr>
        </p:nvSpPr>
        <p:spPr>
          <a:xfrm>
            <a:off x="713225" y="2134350"/>
            <a:ext cx="5266200" cy="13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679" name="Google Shape;679;p50"/>
          <p:cNvGrpSpPr/>
          <p:nvPr/>
        </p:nvGrpSpPr>
        <p:grpSpPr>
          <a:xfrm rot="10800000">
            <a:off x="7515837" y="-6104"/>
            <a:ext cx="1724064" cy="1267222"/>
            <a:chOff x="-57913" y="3885802"/>
            <a:chExt cx="1724064" cy="1267222"/>
          </a:xfrm>
        </p:grpSpPr>
        <p:sp>
          <p:nvSpPr>
            <p:cNvPr id="680" name="Google Shape;680;p50"/>
            <p:cNvSpPr/>
            <p:nvPr/>
          </p:nvSpPr>
          <p:spPr>
            <a:xfrm flipH="1">
              <a:off x="18287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81" name="Google Shape;681;p50"/>
            <p:cNvSpPr/>
            <p:nvPr/>
          </p:nvSpPr>
          <p:spPr>
            <a:xfrm flipH="1">
              <a:off x="-57913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682" name="Google Shape;682;p50"/>
          <p:cNvGrpSpPr/>
          <p:nvPr/>
        </p:nvGrpSpPr>
        <p:grpSpPr>
          <a:xfrm rot="10800000">
            <a:off x="-19513" y="3914446"/>
            <a:ext cx="1724064" cy="1267222"/>
            <a:chOff x="7629837" y="117652"/>
            <a:chExt cx="1724064" cy="1267222"/>
          </a:xfrm>
        </p:grpSpPr>
        <p:sp>
          <p:nvSpPr>
            <p:cNvPr id="683" name="Google Shape;683;p50"/>
            <p:cNvSpPr/>
            <p:nvPr/>
          </p:nvSpPr>
          <p:spPr>
            <a:xfrm flipH="1" rot="10800000">
              <a:off x="7629837" y="11765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84" name="Google Shape;684;p50"/>
            <p:cNvSpPr/>
            <p:nvPr/>
          </p:nvSpPr>
          <p:spPr>
            <a:xfrm flipH="1" rot="10800000">
              <a:off x="7706037" y="11765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685" name="Google Shape;685;p50"/>
          <p:cNvGrpSpPr/>
          <p:nvPr/>
        </p:nvGrpSpPr>
        <p:grpSpPr>
          <a:xfrm flipH="1">
            <a:off x="-13221" y="1724247"/>
            <a:ext cx="2029619" cy="335562"/>
            <a:chOff x="1474881" y="4640933"/>
            <a:chExt cx="3226226" cy="533400"/>
          </a:xfrm>
        </p:grpSpPr>
        <p:sp>
          <p:nvSpPr>
            <p:cNvPr id="686" name="Google Shape;686;p50"/>
            <p:cNvSpPr/>
            <p:nvPr/>
          </p:nvSpPr>
          <p:spPr>
            <a:xfrm>
              <a:off x="3794645" y="464093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87" name="Google Shape;687;p50"/>
            <p:cNvSpPr/>
            <p:nvPr/>
          </p:nvSpPr>
          <p:spPr>
            <a:xfrm>
              <a:off x="1474881" y="4974308"/>
              <a:ext cx="2412000" cy="4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2">
  <p:cSld name="CUSTOM_24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51"/>
          <p:cNvGrpSpPr/>
          <p:nvPr/>
        </p:nvGrpSpPr>
        <p:grpSpPr>
          <a:xfrm flipH="1">
            <a:off x="4838855" y="8223"/>
            <a:ext cx="4305150" cy="5143500"/>
            <a:chOff x="676735" y="0"/>
            <a:chExt cx="3381362" cy="5143500"/>
          </a:xfrm>
        </p:grpSpPr>
        <p:sp>
          <p:nvSpPr>
            <p:cNvPr id="690" name="Google Shape;690;p51"/>
            <p:cNvSpPr/>
            <p:nvPr/>
          </p:nvSpPr>
          <p:spPr>
            <a:xfrm flipH="1">
              <a:off x="752935" y="0"/>
              <a:ext cx="3305162" cy="5143500"/>
            </a:xfrm>
            <a:custGeom>
              <a:rect b="b" l="l" r="r" t="t"/>
              <a:pathLst>
                <a:path extrusionOk="0" h="21600" w="20931">
                  <a:moveTo>
                    <a:pt x="4380" y="0"/>
                  </a:moveTo>
                  <a:lnTo>
                    <a:pt x="20931" y="0"/>
                  </a:lnTo>
                  <a:lnTo>
                    <a:pt x="20931" y="21600"/>
                  </a:lnTo>
                  <a:lnTo>
                    <a:pt x="2326" y="21600"/>
                  </a:lnTo>
                  <a:lnTo>
                    <a:pt x="2091" y="21279"/>
                  </a:lnTo>
                  <a:cubicBezTo>
                    <a:pt x="-291" y="17572"/>
                    <a:pt x="-669" y="13366"/>
                    <a:pt x="1117" y="10331"/>
                  </a:cubicBezTo>
                  <a:cubicBezTo>
                    <a:pt x="2519" y="7971"/>
                    <a:pt x="5153" y="6156"/>
                    <a:pt x="5053" y="3218"/>
                  </a:cubicBezTo>
                  <a:cubicBezTo>
                    <a:pt x="5034" y="2222"/>
                    <a:pt x="4662" y="1174"/>
                    <a:pt x="4410" y="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91" name="Google Shape;691;p51"/>
            <p:cNvSpPr/>
            <p:nvPr/>
          </p:nvSpPr>
          <p:spPr>
            <a:xfrm flipH="1">
              <a:off x="676735" y="0"/>
              <a:ext cx="3305162" cy="5143500"/>
            </a:xfrm>
            <a:custGeom>
              <a:rect b="b" l="l" r="r" t="t"/>
              <a:pathLst>
                <a:path extrusionOk="0" h="21600" w="20931">
                  <a:moveTo>
                    <a:pt x="4380" y="0"/>
                  </a:moveTo>
                  <a:lnTo>
                    <a:pt x="20931" y="0"/>
                  </a:lnTo>
                  <a:lnTo>
                    <a:pt x="20931" y="21600"/>
                  </a:lnTo>
                  <a:lnTo>
                    <a:pt x="2326" y="21600"/>
                  </a:lnTo>
                  <a:lnTo>
                    <a:pt x="2091" y="21279"/>
                  </a:lnTo>
                  <a:cubicBezTo>
                    <a:pt x="-291" y="17572"/>
                    <a:pt x="-669" y="13366"/>
                    <a:pt x="1117" y="10331"/>
                  </a:cubicBezTo>
                  <a:cubicBezTo>
                    <a:pt x="2519" y="7971"/>
                    <a:pt x="5153" y="6156"/>
                    <a:pt x="5053" y="3218"/>
                  </a:cubicBezTo>
                  <a:cubicBezTo>
                    <a:pt x="5034" y="2222"/>
                    <a:pt x="4662" y="1174"/>
                    <a:pt x="4410" y="137"/>
                  </a:cubicBezTo>
                  <a:close/>
                </a:path>
              </a:pathLst>
            </a:custGeom>
            <a:gradFill>
              <a:gsLst>
                <a:gs pos="0">
                  <a:srgbClr val="3D73AF"/>
                </a:gs>
                <a:gs pos="100000">
                  <a:srgbClr val="00AFA0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692" name="Google Shape;692;p51"/>
          <p:cNvSpPr txBox="1"/>
          <p:nvPr>
            <p:ph type="title"/>
          </p:nvPr>
        </p:nvSpPr>
        <p:spPr>
          <a:xfrm>
            <a:off x="5455675" y="2265450"/>
            <a:ext cx="2975100" cy="61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693" name="Google Shape;693;p51"/>
          <p:cNvPicPr preferRelativeResize="0"/>
          <p:nvPr/>
        </p:nvPicPr>
        <p:blipFill rotWithShape="1">
          <a:blip r:embed="rId2">
            <a:alphaModFix amt="14000"/>
          </a:blip>
          <a:srcRect b="0" l="0" r="0" t="0"/>
          <a:stretch/>
        </p:blipFill>
        <p:spPr>
          <a:xfrm>
            <a:off x="-19525" y="-19012"/>
            <a:ext cx="9259421" cy="5210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2">
  <p:cSld name="CUSTOM_25"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2"/>
          <p:cNvSpPr txBox="1"/>
          <p:nvPr>
            <p:ph type="title"/>
          </p:nvPr>
        </p:nvSpPr>
        <p:spPr>
          <a:xfrm>
            <a:off x="713202" y="539496"/>
            <a:ext cx="77175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96" name="Google Shape;696;p52"/>
          <p:cNvSpPr txBox="1"/>
          <p:nvPr>
            <p:ph idx="1" type="subTitle"/>
          </p:nvPr>
        </p:nvSpPr>
        <p:spPr>
          <a:xfrm>
            <a:off x="713188" y="1325355"/>
            <a:ext cx="12012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nton"/>
              <a:buNone/>
              <a:defRPr sz="21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697" name="Google Shape;697;p52"/>
          <p:cNvSpPr txBox="1"/>
          <p:nvPr>
            <p:ph idx="2" type="subTitle"/>
          </p:nvPr>
        </p:nvSpPr>
        <p:spPr>
          <a:xfrm>
            <a:off x="713225" y="1795150"/>
            <a:ext cx="7717500" cy="28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698" name="Google Shape;698;p52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699" name="Google Shape;699;p52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00" name="Google Shape;700;p52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701" name="Google Shape;701;p52"/>
          <p:cNvGrpSpPr/>
          <p:nvPr/>
        </p:nvGrpSpPr>
        <p:grpSpPr>
          <a:xfrm>
            <a:off x="7429462" y="3895327"/>
            <a:ext cx="1724064" cy="1267222"/>
            <a:chOff x="7124662" y="3590527"/>
            <a:chExt cx="1724064" cy="1267222"/>
          </a:xfrm>
        </p:grpSpPr>
        <p:sp>
          <p:nvSpPr>
            <p:cNvPr id="702" name="Google Shape;702;p52"/>
            <p:cNvSpPr/>
            <p:nvPr/>
          </p:nvSpPr>
          <p:spPr>
            <a:xfrm>
              <a:off x="7124662" y="359052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03" name="Google Shape;703;p52"/>
            <p:cNvSpPr/>
            <p:nvPr/>
          </p:nvSpPr>
          <p:spPr>
            <a:xfrm>
              <a:off x="7200862" y="359052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704" name="Google Shape;704;p52"/>
          <p:cNvGrpSpPr/>
          <p:nvPr/>
        </p:nvGrpSpPr>
        <p:grpSpPr>
          <a:xfrm>
            <a:off x="12" y="3895327"/>
            <a:ext cx="1724064" cy="1267222"/>
            <a:chOff x="-457188" y="3438127"/>
            <a:chExt cx="1724064" cy="1267222"/>
          </a:xfrm>
        </p:grpSpPr>
        <p:sp>
          <p:nvSpPr>
            <p:cNvPr id="705" name="Google Shape;705;p52"/>
            <p:cNvSpPr/>
            <p:nvPr/>
          </p:nvSpPr>
          <p:spPr>
            <a:xfrm flipH="1">
              <a:off x="-380988" y="343812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06" name="Google Shape;706;p52"/>
            <p:cNvSpPr/>
            <p:nvPr/>
          </p:nvSpPr>
          <p:spPr>
            <a:xfrm flipH="1">
              <a:off x="-457188" y="343812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707" name="Google Shape;707;p52"/>
          <p:cNvSpPr/>
          <p:nvPr/>
        </p:nvSpPr>
        <p:spPr>
          <a:xfrm flipH="1" rot="-7200000">
            <a:off x="7482320" y="-428827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3">
  <p:cSld name="CUSTOM_26"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3"/>
          <p:cNvSpPr txBox="1"/>
          <p:nvPr>
            <p:ph type="title"/>
          </p:nvPr>
        </p:nvSpPr>
        <p:spPr>
          <a:xfrm>
            <a:off x="713225" y="539500"/>
            <a:ext cx="7216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pSp>
        <p:nvGrpSpPr>
          <p:cNvPr id="710" name="Google Shape;710;p53"/>
          <p:cNvGrpSpPr/>
          <p:nvPr/>
        </p:nvGrpSpPr>
        <p:grpSpPr>
          <a:xfrm flipH="1">
            <a:off x="-13221" y="886047"/>
            <a:ext cx="2029619" cy="335562"/>
            <a:chOff x="1474881" y="3308553"/>
            <a:chExt cx="3226226" cy="533400"/>
          </a:xfrm>
        </p:grpSpPr>
        <p:sp>
          <p:nvSpPr>
            <p:cNvPr id="711" name="Google Shape;711;p53"/>
            <p:cNvSpPr/>
            <p:nvPr/>
          </p:nvSpPr>
          <p:spPr>
            <a:xfrm>
              <a:off x="379464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12" name="Google Shape;712;p53"/>
            <p:cNvSpPr/>
            <p:nvPr/>
          </p:nvSpPr>
          <p:spPr>
            <a:xfrm>
              <a:off x="1474881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713" name="Google Shape;713;p53"/>
          <p:cNvSpPr txBox="1"/>
          <p:nvPr>
            <p:ph idx="1" type="subTitle"/>
          </p:nvPr>
        </p:nvSpPr>
        <p:spPr>
          <a:xfrm>
            <a:off x="2143125" y="1459410"/>
            <a:ext cx="1984200" cy="3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4" name="Google Shape;714;p53"/>
          <p:cNvSpPr txBox="1"/>
          <p:nvPr>
            <p:ph idx="2" type="subTitle"/>
          </p:nvPr>
        </p:nvSpPr>
        <p:spPr>
          <a:xfrm>
            <a:off x="2143125" y="1733475"/>
            <a:ext cx="1980900" cy="8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omfortaa"/>
                <a:ea typeface="Comfortaa"/>
                <a:cs typeface="Comfortaa"/>
                <a:sym typeface="Comforta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15" name="Google Shape;715;p53"/>
          <p:cNvSpPr txBox="1"/>
          <p:nvPr>
            <p:ph idx="3" type="subTitle"/>
          </p:nvPr>
        </p:nvSpPr>
        <p:spPr>
          <a:xfrm>
            <a:off x="2143125" y="3078660"/>
            <a:ext cx="2181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6" name="Google Shape;716;p53"/>
          <p:cNvSpPr txBox="1"/>
          <p:nvPr>
            <p:ph idx="4" type="subTitle"/>
          </p:nvPr>
        </p:nvSpPr>
        <p:spPr>
          <a:xfrm>
            <a:off x="2143125" y="3495600"/>
            <a:ext cx="1980900" cy="8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omfortaa"/>
                <a:ea typeface="Comfortaa"/>
                <a:cs typeface="Comfortaa"/>
                <a:sym typeface="Comforta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17" name="Google Shape;717;p53"/>
          <p:cNvSpPr txBox="1"/>
          <p:nvPr>
            <p:ph idx="5" type="subTitle"/>
          </p:nvPr>
        </p:nvSpPr>
        <p:spPr>
          <a:xfrm>
            <a:off x="6029325" y="1459410"/>
            <a:ext cx="2181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8" name="Google Shape;718;p53"/>
          <p:cNvSpPr txBox="1"/>
          <p:nvPr>
            <p:ph idx="6" type="subTitle"/>
          </p:nvPr>
        </p:nvSpPr>
        <p:spPr>
          <a:xfrm>
            <a:off x="6029325" y="1733475"/>
            <a:ext cx="1980900" cy="8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omfortaa"/>
                <a:ea typeface="Comfortaa"/>
                <a:cs typeface="Comfortaa"/>
                <a:sym typeface="Comforta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19" name="Google Shape;719;p53"/>
          <p:cNvSpPr txBox="1"/>
          <p:nvPr>
            <p:ph idx="7" type="subTitle"/>
          </p:nvPr>
        </p:nvSpPr>
        <p:spPr>
          <a:xfrm>
            <a:off x="6029325" y="3078660"/>
            <a:ext cx="2181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0" name="Google Shape;720;p53"/>
          <p:cNvSpPr txBox="1"/>
          <p:nvPr>
            <p:ph idx="8" type="subTitle"/>
          </p:nvPr>
        </p:nvSpPr>
        <p:spPr>
          <a:xfrm>
            <a:off x="6029325" y="3495600"/>
            <a:ext cx="1980900" cy="8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omfortaa"/>
                <a:ea typeface="Comfortaa"/>
                <a:cs typeface="Comfortaa"/>
                <a:sym typeface="Comforta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21" name="Google Shape;721;p53"/>
          <p:cNvGrpSpPr/>
          <p:nvPr/>
        </p:nvGrpSpPr>
        <p:grpSpPr>
          <a:xfrm>
            <a:off x="12" y="3895327"/>
            <a:ext cx="1724064" cy="1267222"/>
            <a:chOff x="-457188" y="3438127"/>
            <a:chExt cx="1724064" cy="1267222"/>
          </a:xfrm>
        </p:grpSpPr>
        <p:sp>
          <p:nvSpPr>
            <p:cNvPr id="722" name="Google Shape;722;p53"/>
            <p:cNvSpPr/>
            <p:nvPr/>
          </p:nvSpPr>
          <p:spPr>
            <a:xfrm flipH="1">
              <a:off x="-380988" y="343812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23" name="Google Shape;723;p53"/>
            <p:cNvSpPr/>
            <p:nvPr/>
          </p:nvSpPr>
          <p:spPr>
            <a:xfrm flipH="1">
              <a:off x="-457188" y="343812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724" name="Google Shape;724;p53"/>
          <p:cNvGrpSpPr/>
          <p:nvPr/>
        </p:nvGrpSpPr>
        <p:grpSpPr>
          <a:xfrm>
            <a:off x="7429462" y="3895327"/>
            <a:ext cx="1724064" cy="1267222"/>
            <a:chOff x="7124662" y="3590527"/>
            <a:chExt cx="1724064" cy="1267222"/>
          </a:xfrm>
        </p:grpSpPr>
        <p:sp>
          <p:nvSpPr>
            <p:cNvPr id="725" name="Google Shape;725;p53"/>
            <p:cNvSpPr/>
            <p:nvPr/>
          </p:nvSpPr>
          <p:spPr>
            <a:xfrm>
              <a:off x="7124662" y="359052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26" name="Google Shape;726;p53"/>
            <p:cNvSpPr/>
            <p:nvPr/>
          </p:nvSpPr>
          <p:spPr>
            <a:xfrm>
              <a:off x="7200862" y="3590527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727" name="Google Shape;727;p53"/>
          <p:cNvSpPr/>
          <p:nvPr/>
        </p:nvSpPr>
        <p:spPr>
          <a:xfrm flipH="1" rot="-7200000">
            <a:off x="7482320" y="-428827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redoka One"/>
              <a:buNone/>
              <a:defRPr sz="25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mfortaa Medium"/>
              <a:buChar char="●"/>
              <a:defRPr sz="18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 Medium"/>
              <a:buChar char="○"/>
              <a:defRPr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 Medium"/>
              <a:buChar char="■"/>
              <a:defRPr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 Medium"/>
              <a:buChar char="●"/>
              <a:defRPr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 Medium"/>
              <a:buChar char="○"/>
              <a:defRPr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 Medium"/>
              <a:buChar char="■"/>
              <a:defRPr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 Medium"/>
              <a:buChar char="●"/>
              <a:defRPr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 Medium"/>
              <a:buChar char="○"/>
              <a:defRPr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omfortaa Medium"/>
              <a:buChar char="■"/>
              <a:defRPr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4"/>
          <p:cNvSpPr txBox="1"/>
          <p:nvPr>
            <p:ph idx="1" type="subTitle"/>
          </p:nvPr>
        </p:nvSpPr>
        <p:spPr>
          <a:xfrm>
            <a:off x="1552950" y="2841325"/>
            <a:ext cx="60381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200">
                <a:latin typeface="Fredoka One"/>
                <a:ea typeface="Fredoka One"/>
                <a:cs typeface="Fredoka One"/>
                <a:sym typeface="Fredoka One"/>
              </a:rPr>
              <a:t>Aplicação de Gestão Clínica MultiPerfil</a:t>
            </a:r>
            <a:endParaRPr b="1"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733" name="Google Shape;733;p54"/>
          <p:cNvSpPr txBox="1"/>
          <p:nvPr>
            <p:ph type="ctrTitle"/>
          </p:nvPr>
        </p:nvSpPr>
        <p:spPr>
          <a:xfrm>
            <a:off x="985950" y="1894625"/>
            <a:ext cx="5521500" cy="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SAÚDE PRIME</a:t>
            </a:r>
            <a:endParaRPr/>
          </a:p>
        </p:txBody>
      </p:sp>
      <p:grpSp>
        <p:nvGrpSpPr>
          <p:cNvPr id="734" name="Google Shape;734;p54"/>
          <p:cNvGrpSpPr/>
          <p:nvPr/>
        </p:nvGrpSpPr>
        <p:grpSpPr>
          <a:xfrm>
            <a:off x="7308391" y="2054425"/>
            <a:ext cx="679998" cy="680001"/>
            <a:chOff x="1190475" y="238125"/>
            <a:chExt cx="5230750" cy="5230775"/>
          </a:xfrm>
        </p:grpSpPr>
        <p:sp>
          <p:nvSpPr>
            <p:cNvPr descr="Slidesgo" id="735" name="Google Shape;735;p54" title="Logo"/>
            <p:cNvSpPr/>
            <p:nvPr/>
          </p:nvSpPr>
          <p:spPr>
            <a:xfrm>
              <a:off x="2724675" y="238125"/>
              <a:ext cx="3696550" cy="3696550"/>
            </a:xfrm>
            <a:custGeom>
              <a:rect b="b" l="l" r="r" t="t"/>
              <a:pathLst>
                <a:path extrusionOk="0" h="147862" w="147862">
                  <a:moveTo>
                    <a:pt x="0" y="0"/>
                  </a:moveTo>
                  <a:lnTo>
                    <a:pt x="0" y="46133"/>
                  </a:lnTo>
                  <a:lnTo>
                    <a:pt x="142" y="46133"/>
                  </a:lnTo>
                  <a:cubicBezTo>
                    <a:pt x="56188" y="46133"/>
                    <a:pt x="101729" y="91674"/>
                    <a:pt x="101729" y="147862"/>
                  </a:cubicBezTo>
                  <a:lnTo>
                    <a:pt x="147862" y="147862"/>
                  </a:lnTo>
                  <a:lnTo>
                    <a:pt x="147862" y="61369"/>
                  </a:lnTo>
                  <a:lnTo>
                    <a:pt x="86493" y="61369"/>
                  </a:lnTo>
                  <a:lnTo>
                    <a:pt x="864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descr="Slidesgo" id="736" name="Google Shape;736;p54" title="Logo"/>
            <p:cNvSpPr/>
            <p:nvPr/>
          </p:nvSpPr>
          <p:spPr>
            <a:xfrm>
              <a:off x="1190475" y="1768475"/>
              <a:ext cx="3700400" cy="3700425"/>
            </a:xfrm>
            <a:custGeom>
              <a:rect b="b" l="l" r="r" t="t"/>
              <a:pathLst>
                <a:path extrusionOk="0" h="148017" w="148016">
                  <a:moveTo>
                    <a:pt x="61510" y="1"/>
                  </a:moveTo>
                  <a:lnTo>
                    <a:pt x="0" y="155"/>
                  </a:lnTo>
                  <a:lnTo>
                    <a:pt x="0" y="86648"/>
                  </a:lnTo>
                  <a:lnTo>
                    <a:pt x="61368" y="86648"/>
                  </a:lnTo>
                  <a:lnTo>
                    <a:pt x="61368" y="148017"/>
                  </a:lnTo>
                  <a:lnTo>
                    <a:pt x="147861" y="148017"/>
                  </a:lnTo>
                  <a:lnTo>
                    <a:pt x="148015" y="86648"/>
                  </a:lnTo>
                  <a:cubicBezTo>
                    <a:pt x="148015" y="38894"/>
                    <a:pt x="109275" y="1"/>
                    <a:pt x="61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7" name="Google Shape;737;p54"/>
          <p:cNvGrpSpPr/>
          <p:nvPr/>
        </p:nvGrpSpPr>
        <p:grpSpPr>
          <a:xfrm>
            <a:off x="6507441" y="2054425"/>
            <a:ext cx="679997" cy="680001"/>
            <a:chOff x="1190475" y="238125"/>
            <a:chExt cx="5230750" cy="5230775"/>
          </a:xfrm>
        </p:grpSpPr>
        <p:sp>
          <p:nvSpPr>
            <p:cNvPr descr="Slidesgo" id="738" name="Google Shape;738;p54" title="Logo"/>
            <p:cNvSpPr/>
            <p:nvPr/>
          </p:nvSpPr>
          <p:spPr>
            <a:xfrm>
              <a:off x="2724675" y="238125"/>
              <a:ext cx="3696550" cy="3696550"/>
            </a:xfrm>
            <a:custGeom>
              <a:rect b="b" l="l" r="r" t="t"/>
              <a:pathLst>
                <a:path extrusionOk="0" h="147862" w="147862">
                  <a:moveTo>
                    <a:pt x="0" y="0"/>
                  </a:moveTo>
                  <a:lnTo>
                    <a:pt x="0" y="46133"/>
                  </a:lnTo>
                  <a:lnTo>
                    <a:pt x="142" y="46133"/>
                  </a:lnTo>
                  <a:cubicBezTo>
                    <a:pt x="56188" y="46133"/>
                    <a:pt x="101729" y="91674"/>
                    <a:pt x="101729" y="147862"/>
                  </a:cubicBezTo>
                  <a:lnTo>
                    <a:pt x="147862" y="147862"/>
                  </a:lnTo>
                  <a:lnTo>
                    <a:pt x="147862" y="61369"/>
                  </a:lnTo>
                  <a:lnTo>
                    <a:pt x="86493" y="61369"/>
                  </a:lnTo>
                  <a:lnTo>
                    <a:pt x="864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descr="Slidesgo" id="739" name="Google Shape;739;p54" title="Logo"/>
            <p:cNvSpPr/>
            <p:nvPr/>
          </p:nvSpPr>
          <p:spPr>
            <a:xfrm>
              <a:off x="1190475" y="1768475"/>
              <a:ext cx="3700400" cy="3700425"/>
            </a:xfrm>
            <a:custGeom>
              <a:rect b="b" l="l" r="r" t="t"/>
              <a:pathLst>
                <a:path extrusionOk="0" h="148017" w="148016">
                  <a:moveTo>
                    <a:pt x="61510" y="1"/>
                  </a:moveTo>
                  <a:lnTo>
                    <a:pt x="0" y="155"/>
                  </a:lnTo>
                  <a:lnTo>
                    <a:pt x="0" y="86648"/>
                  </a:lnTo>
                  <a:lnTo>
                    <a:pt x="61368" y="86648"/>
                  </a:lnTo>
                  <a:lnTo>
                    <a:pt x="61368" y="148017"/>
                  </a:lnTo>
                  <a:lnTo>
                    <a:pt x="147861" y="148017"/>
                  </a:lnTo>
                  <a:lnTo>
                    <a:pt x="148015" y="86648"/>
                  </a:lnTo>
                  <a:cubicBezTo>
                    <a:pt x="148015" y="38894"/>
                    <a:pt x="109275" y="1"/>
                    <a:pt x="61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0" name="Google Shape;740;p54"/>
          <p:cNvSpPr txBox="1"/>
          <p:nvPr>
            <p:ph idx="1" type="subTitle"/>
          </p:nvPr>
        </p:nvSpPr>
        <p:spPr>
          <a:xfrm>
            <a:off x="256375" y="3754075"/>
            <a:ext cx="75996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>
                <a:latin typeface="Albert Sans"/>
                <a:ea typeface="Albert Sans"/>
                <a:cs typeface="Albert Sans"/>
                <a:sym typeface="Albert Sans"/>
              </a:rPr>
              <a:t>Felipe Castilho 		a047152</a:t>
            </a:r>
            <a:endParaRPr sz="14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>
                <a:latin typeface="Albert Sans"/>
                <a:ea typeface="Albert Sans"/>
                <a:cs typeface="Albert Sans"/>
                <a:sym typeface="Albert Sans"/>
              </a:rPr>
              <a:t>Juliana Moreira 		a047188</a:t>
            </a:r>
            <a:endParaRPr sz="14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>
                <a:latin typeface="Albert Sans"/>
                <a:ea typeface="Albert Sans"/>
                <a:cs typeface="Albert Sans"/>
                <a:sym typeface="Albert Sans"/>
              </a:rPr>
              <a:t>Marta Moreira 		a046756</a:t>
            </a:r>
            <a:endParaRPr sz="14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>
                <a:latin typeface="Albert Sans"/>
                <a:ea typeface="Albert Sans"/>
                <a:cs typeface="Albert Sans"/>
                <a:sym typeface="Albert Sans"/>
              </a:rPr>
              <a:t>Ricardo Dias 		a047068</a:t>
            </a:r>
            <a:endParaRPr sz="14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400">
                <a:latin typeface="Albert Sans"/>
                <a:ea typeface="Albert Sans"/>
                <a:cs typeface="Albert Sans"/>
                <a:sym typeface="Albert Sans"/>
              </a:rPr>
              <a:t>Rodrigo Esteves 	a048074</a:t>
            </a:r>
            <a:endParaRPr sz="140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41" name="Google Shape;741;p54"/>
          <p:cNvSpPr txBox="1"/>
          <p:nvPr>
            <p:ph idx="1" type="subTitle"/>
          </p:nvPr>
        </p:nvSpPr>
        <p:spPr>
          <a:xfrm>
            <a:off x="985950" y="321700"/>
            <a:ext cx="6812100" cy="43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400">
                <a:latin typeface="Albert Sans"/>
                <a:ea typeface="Albert Sans"/>
                <a:cs typeface="Albert Sans"/>
                <a:sym typeface="Albert Sans"/>
              </a:rPr>
              <a:t>Engenharia de Software | Lic. Informática | 2º Ano | Turma A | Junho 2026</a:t>
            </a:r>
            <a:endParaRPr b="1" sz="1400"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742" name="Google Shape;742;p54" title="logo_ismai_site_logo_ismai_smal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8388" y="321700"/>
            <a:ext cx="1079320" cy="4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5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Introdução</a:t>
            </a:r>
            <a:endParaRPr/>
          </a:p>
        </p:txBody>
      </p:sp>
      <p:sp>
        <p:nvSpPr>
          <p:cNvPr id="748" name="Google Shape;748;p55"/>
          <p:cNvSpPr txBox="1"/>
          <p:nvPr/>
        </p:nvSpPr>
        <p:spPr>
          <a:xfrm>
            <a:off x="483325" y="1732300"/>
            <a:ext cx="53637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A </a:t>
            </a:r>
            <a:r>
              <a:rPr b="1" lang="en" sz="1200">
                <a:solidFill>
                  <a:srgbClr val="0E7C86"/>
                </a:solidFill>
                <a:latin typeface="Comfortaa"/>
                <a:ea typeface="Comfortaa"/>
                <a:cs typeface="Comfortaa"/>
                <a:sym typeface="Comfortaa"/>
              </a:rPr>
              <a:t>Saúde Prime++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é u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ma aplicação de </a:t>
            </a:r>
            <a:r>
              <a:rPr b="1"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gestão clínica multiperfil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 com várias funcionalidades:</a:t>
            </a:r>
            <a:endParaRPr sz="1200">
              <a:solidFill>
                <a:srgbClr val="14242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Gestão de </a:t>
            </a:r>
            <a:r>
              <a:rPr b="1"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consultas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(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marcação, cancelamento, reagendamento);</a:t>
            </a:r>
            <a:endParaRPr sz="1200">
              <a:solidFill>
                <a:srgbClr val="14242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Obtenção de </a:t>
            </a:r>
            <a:r>
              <a:rPr b="1"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documentos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 clínicos;</a:t>
            </a:r>
            <a:endParaRPr sz="1200">
              <a:solidFill>
                <a:srgbClr val="14242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b="1"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Fila virtual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; </a:t>
            </a:r>
            <a:endParaRPr sz="1200">
              <a:solidFill>
                <a:srgbClr val="14242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Gestão de </a:t>
            </a:r>
            <a:r>
              <a:rPr b="1"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utilizadores</a:t>
            </a:r>
            <a:endParaRPr b="1" sz="1200">
              <a:solidFill>
                <a:srgbClr val="14242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E </a:t>
            </a:r>
            <a:r>
              <a:rPr b="1"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outras operações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 entre pacientes, médicos, rececionistas e administradores.</a:t>
            </a:r>
            <a:endParaRPr sz="1200">
              <a:solidFill>
                <a:srgbClr val="14242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4242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49" name="Google Shape;749;p55"/>
          <p:cNvPicPr preferRelativeResize="0"/>
          <p:nvPr/>
        </p:nvPicPr>
        <p:blipFill rotWithShape="1">
          <a:blip r:embed="rId3">
            <a:alphaModFix/>
          </a:blip>
          <a:srcRect b="2038" l="2191" r="0" t="0"/>
          <a:stretch/>
        </p:blipFill>
        <p:spPr>
          <a:xfrm>
            <a:off x="6162275" y="780025"/>
            <a:ext cx="1789250" cy="3854399"/>
          </a:xfrm>
          <a:prstGeom prst="rect">
            <a:avLst/>
          </a:prstGeom>
          <a:noFill/>
          <a:ln cap="flat" cmpd="sng" w="28575">
            <a:solidFill>
              <a:srgbClr val="00AFA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0" name="Google Shape;750;p55"/>
          <p:cNvSpPr txBox="1"/>
          <p:nvPr/>
        </p:nvSpPr>
        <p:spPr>
          <a:xfrm>
            <a:off x="6375600" y="4677075"/>
            <a:ext cx="1362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875" lIns="61875" spcFirstLastPara="1" rIns="61875" wrap="square" tIns="6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7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Página de </a:t>
            </a:r>
            <a:r>
              <a:rPr lang="en" sz="677">
                <a:latin typeface="Comfortaa"/>
                <a:ea typeface="Comfortaa"/>
                <a:cs typeface="Comfortaa"/>
                <a:sym typeface="Comfortaa"/>
              </a:rPr>
              <a:t>Inicio de Sessão</a:t>
            </a:r>
            <a:endParaRPr sz="677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6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Funcionalidades da Aplicação</a:t>
            </a:r>
            <a:endParaRPr/>
          </a:p>
        </p:txBody>
      </p:sp>
      <p:sp>
        <p:nvSpPr>
          <p:cNvPr id="756" name="Google Shape;756;p56"/>
          <p:cNvSpPr txBox="1"/>
          <p:nvPr/>
        </p:nvSpPr>
        <p:spPr>
          <a:xfrm>
            <a:off x="476800" y="1942175"/>
            <a:ext cx="53841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Autenticação: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 engloba o registo, login e reset de password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Painel do 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Admin: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Gerir utilizadores e as suas permissões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Suspender médicos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Exportar relatórios, 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Configurar newsletter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Ver todas as agendas, logs e um painel estatístico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Marcar consultas e “disparar” lembretes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57" name="Google Shape;75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3625" y="783250"/>
            <a:ext cx="1789250" cy="3848309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56"/>
          <p:cNvSpPr txBox="1"/>
          <p:nvPr/>
        </p:nvSpPr>
        <p:spPr>
          <a:xfrm>
            <a:off x="6414653" y="4631550"/>
            <a:ext cx="12672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875" lIns="61875" spcFirstLastPara="1" rIns="61875" wrap="square" tIns="6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7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Página </a:t>
            </a:r>
            <a:r>
              <a:rPr lang="en" sz="677">
                <a:latin typeface="Comfortaa"/>
                <a:ea typeface="Comfortaa"/>
                <a:cs typeface="Comfortaa"/>
                <a:sym typeface="Comfortaa"/>
              </a:rPr>
              <a:t>Inicial </a:t>
            </a:r>
            <a:r>
              <a:rPr lang="en" sz="677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- Admin</a:t>
            </a:r>
            <a:endParaRPr sz="677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7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Funcionalidades da Aplicação</a:t>
            </a:r>
            <a:endParaRPr/>
          </a:p>
        </p:txBody>
      </p:sp>
      <p:sp>
        <p:nvSpPr>
          <p:cNvPr id="764" name="Google Shape;764;p57"/>
          <p:cNvSpPr txBox="1"/>
          <p:nvPr/>
        </p:nvSpPr>
        <p:spPr>
          <a:xfrm>
            <a:off x="476800" y="1986800"/>
            <a:ext cx="5359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Painel do 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Médico: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Consultar a agenda e registar consultas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Bloquear horários na agenda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Pesquisar pacientes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Enviar documentos aos pacientes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Gerir a fila virtual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65" name="Google Shape;76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3625" y="783300"/>
            <a:ext cx="1789250" cy="384819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766" name="Google Shape;766;p57"/>
          <p:cNvSpPr txBox="1"/>
          <p:nvPr/>
        </p:nvSpPr>
        <p:spPr>
          <a:xfrm>
            <a:off x="6404300" y="4631500"/>
            <a:ext cx="12879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875" lIns="61875" spcFirstLastPara="1" rIns="61875" wrap="square" tIns="6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7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Página </a:t>
            </a:r>
            <a:r>
              <a:rPr lang="en" sz="677">
                <a:latin typeface="Comfortaa"/>
                <a:ea typeface="Comfortaa"/>
                <a:cs typeface="Comfortaa"/>
                <a:sym typeface="Comfortaa"/>
              </a:rPr>
              <a:t>Inicial </a:t>
            </a:r>
            <a:r>
              <a:rPr lang="en" sz="677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- Médico</a:t>
            </a:r>
            <a:endParaRPr sz="677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8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Funcionalidades da Aplicação</a:t>
            </a:r>
            <a:endParaRPr/>
          </a:p>
        </p:txBody>
      </p:sp>
      <p:sp>
        <p:nvSpPr>
          <p:cNvPr id="772" name="Google Shape;772;p58"/>
          <p:cNvSpPr txBox="1"/>
          <p:nvPr/>
        </p:nvSpPr>
        <p:spPr>
          <a:xfrm>
            <a:off x="470375" y="1994875"/>
            <a:ext cx="54792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Portal da 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Receção: 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Gerir pacientes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Ver informações e consultas dos pacientes e dos médicos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Ver Agendamentos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Emitir senhas para os pacientes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Gerir a fila virtual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1212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73" name="Google Shape;77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3625" y="783262"/>
            <a:ext cx="1789250" cy="38482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774" name="Google Shape;774;p58"/>
          <p:cNvSpPr txBox="1"/>
          <p:nvPr/>
        </p:nvSpPr>
        <p:spPr>
          <a:xfrm>
            <a:off x="6305150" y="4631550"/>
            <a:ext cx="14862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875" lIns="61875" spcFirstLastPara="1" rIns="61875" wrap="square" tIns="6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7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Página </a:t>
            </a:r>
            <a:r>
              <a:rPr lang="en" sz="677">
                <a:latin typeface="Comfortaa"/>
                <a:ea typeface="Comfortaa"/>
                <a:cs typeface="Comfortaa"/>
                <a:sym typeface="Comfortaa"/>
              </a:rPr>
              <a:t>Inicial </a:t>
            </a:r>
            <a:r>
              <a:rPr lang="en" sz="677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- Rececionista</a:t>
            </a:r>
            <a:endParaRPr sz="677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9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Funcionalidades da Aplicação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59"/>
          <p:cNvSpPr txBox="1"/>
          <p:nvPr/>
        </p:nvSpPr>
        <p:spPr>
          <a:xfrm>
            <a:off x="713225" y="2055025"/>
            <a:ext cx="5123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Portal do 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Paciente: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Gerir consultas: agendar, reagendar, cancelar 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Acesso ao histórico de consultas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Baixar documentos dados pelo médico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Acesso à Fila virtual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81" name="Google Shape;78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3625" y="783284"/>
            <a:ext cx="1789250" cy="3848242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59"/>
          <p:cNvSpPr txBox="1"/>
          <p:nvPr/>
        </p:nvSpPr>
        <p:spPr>
          <a:xfrm>
            <a:off x="6431150" y="4631523"/>
            <a:ext cx="12342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775" lIns="69775" spcFirstLastPara="1" rIns="69775" wrap="square" tIns="69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3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Página </a:t>
            </a:r>
            <a:r>
              <a:rPr lang="en" sz="663">
                <a:latin typeface="Comfortaa"/>
                <a:ea typeface="Comfortaa"/>
                <a:cs typeface="Comfortaa"/>
                <a:sym typeface="Comfortaa"/>
              </a:rPr>
              <a:t>Inicial</a:t>
            </a:r>
            <a:r>
              <a:rPr lang="en" sz="663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- Paciente</a:t>
            </a:r>
            <a:endParaRPr sz="663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0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Funcionalidades da Aplicação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0"/>
          <p:cNvSpPr txBox="1"/>
          <p:nvPr/>
        </p:nvSpPr>
        <p:spPr>
          <a:xfrm>
            <a:off x="713225" y="2055025"/>
            <a:ext cx="3606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Funcionalidades 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Transversais: 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F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aturas PDF automáticas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F</a:t>
            </a: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i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la com tempo de espera 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Gerir /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Editar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perfil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G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erir a conta, 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N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otificações (p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ush, email, sms)</a:t>
            </a:r>
            <a:endParaRPr sz="1200">
              <a:solidFill>
                <a:srgbClr val="212121"/>
              </a:solidFill>
              <a:latin typeface="Figtree Light"/>
              <a:ea typeface="Figtree Light"/>
              <a:cs typeface="Figtree Light"/>
              <a:sym typeface="Figtree Light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S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ubscrever newsletter</a:t>
            </a:r>
            <a:endParaRPr b="1" sz="12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89" name="Google Shape;789;p60"/>
          <p:cNvPicPr preferRelativeResize="0"/>
          <p:nvPr/>
        </p:nvPicPr>
        <p:blipFill rotWithShape="1">
          <a:blip r:embed="rId3">
            <a:alphaModFix/>
          </a:blip>
          <a:srcRect b="0" l="1768" r="0" t="458"/>
          <a:stretch/>
        </p:blipFill>
        <p:spPr>
          <a:xfrm>
            <a:off x="6153625" y="800850"/>
            <a:ext cx="1766450" cy="3830675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0"/>
          <p:cNvSpPr txBox="1"/>
          <p:nvPr/>
        </p:nvSpPr>
        <p:spPr>
          <a:xfrm>
            <a:off x="6419750" y="4631524"/>
            <a:ext cx="12342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775" lIns="69775" spcFirstLastPara="1" rIns="69775" wrap="square" tIns="69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3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Página </a:t>
            </a:r>
            <a:r>
              <a:rPr lang="en" sz="663">
                <a:latin typeface="Comfortaa"/>
                <a:ea typeface="Comfortaa"/>
                <a:cs typeface="Comfortaa"/>
                <a:sym typeface="Comfortaa"/>
              </a:rPr>
              <a:t>Perfil</a:t>
            </a:r>
            <a:r>
              <a:rPr lang="en" sz="663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 - Paciente</a:t>
            </a:r>
            <a:endParaRPr sz="663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800"/>
              <a:t>Notificações por email e SMS</a:t>
            </a:r>
            <a:endParaRPr b="1"/>
          </a:p>
        </p:txBody>
      </p:sp>
      <p:sp>
        <p:nvSpPr>
          <p:cNvPr id="796" name="Google Shape;796;p61"/>
          <p:cNvSpPr/>
          <p:nvPr/>
        </p:nvSpPr>
        <p:spPr>
          <a:xfrm>
            <a:off x="4656850" y="1551225"/>
            <a:ext cx="4179600" cy="459300"/>
          </a:xfrm>
          <a:prstGeom prst="rect">
            <a:avLst/>
          </a:prstGeom>
          <a:solidFill>
            <a:srgbClr val="EAF3F4"/>
          </a:solidFill>
          <a:ln>
            <a:noFill/>
          </a:ln>
        </p:spPr>
        <p:txBody>
          <a:bodyPr anchorCtr="0" anchor="ctr" bIns="42525" lIns="85025" spcFirstLastPara="1" rIns="85025" wrap="square" tIns="42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6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7" name="Google Shape;797;p61"/>
          <p:cNvSpPr txBox="1"/>
          <p:nvPr/>
        </p:nvSpPr>
        <p:spPr>
          <a:xfrm>
            <a:off x="4758694" y="1685396"/>
            <a:ext cx="16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A5A62"/>
                </a:solidFill>
                <a:latin typeface="Comfortaa"/>
                <a:ea typeface="Comfortaa"/>
                <a:cs typeface="Comfortaa"/>
                <a:sym typeface="Comfortaa"/>
              </a:rPr>
              <a:t>notify-cancellation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8" name="Google Shape;798;p61"/>
          <p:cNvSpPr txBox="1"/>
          <p:nvPr/>
        </p:nvSpPr>
        <p:spPr>
          <a:xfrm>
            <a:off x="6689775" y="1596225"/>
            <a:ext cx="20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E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mail ao </a:t>
            </a:r>
            <a:endParaRPr sz="1200">
              <a:solidFill>
                <a:srgbClr val="14242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cancelar consulta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9" name="Google Shape;799;p61"/>
          <p:cNvSpPr/>
          <p:nvPr/>
        </p:nvSpPr>
        <p:spPr>
          <a:xfrm>
            <a:off x="4656850" y="2040575"/>
            <a:ext cx="4179600" cy="459300"/>
          </a:xfrm>
          <a:prstGeom prst="rect">
            <a:avLst/>
          </a:prstGeom>
          <a:solidFill>
            <a:srgbClr val="DDECEE"/>
          </a:solidFill>
          <a:ln>
            <a:noFill/>
          </a:ln>
        </p:spPr>
        <p:txBody>
          <a:bodyPr anchorCtr="0" anchor="ctr" bIns="42525" lIns="85025" spcFirstLastPara="1" rIns="85025" wrap="square" tIns="42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61"/>
          <p:cNvSpPr txBox="1"/>
          <p:nvPr/>
        </p:nvSpPr>
        <p:spPr>
          <a:xfrm>
            <a:off x="4758694" y="2189925"/>
            <a:ext cx="16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A5A62"/>
                </a:solidFill>
                <a:latin typeface="Comfortaa"/>
                <a:ea typeface="Comfortaa"/>
                <a:cs typeface="Comfortaa"/>
                <a:sym typeface="Comfortaa"/>
              </a:rPr>
              <a:t>notify-document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1" name="Google Shape;801;p61"/>
          <p:cNvSpPr txBox="1"/>
          <p:nvPr/>
        </p:nvSpPr>
        <p:spPr>
          <a:xfrm>
            <a:off x="6689875" y="2085575"/>
            <a:ext cx="200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E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mail e SMS ao </a:t>
            </a:r>
            <a:endParaRPr sz="1200">
              <a:solidFill>
                <a:srgbClr val="14242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carregar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 um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documento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2" name="Google Shape;802;p61"/>
          <p:cNvSpPr/>
          <p:nvPr/>
        </p:nvSpPr>
        <p:spPr>
          <a:xfrm>
            <a:off x="4656850" y="2529925"/>
            <a:ext cx="4179600" cy="459300"/>
          </a:xfrm>
          <a:prstGeom prst="rect">
            <a:avLst/>
          </a:prstGeom>
          <a:solidFill>
            <a:srgbClr val="EAF3F4"/>
          </a:solidFill>
          <a:ln>
            <a:noFill/>
          </a:ln>
        </p:spPr>
        <p:txBody>
          <a:bodyPr anchorCtr="0" anchor="ctr" bIns="42525" lIns="85025" spcFirstLastPara="1" rIns="85025" wrap="square" tIns="42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61"/>
          <p:cNvSpPr txBox="1"/>
          <p:nvPr/>
        </p:nvSpPr>
        <p:spPr>
          <a:xfrm>
            <a:off x="4758694" y="2664061"/>
            <a:ext cx="16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A5A62"/>
                </a:solidFill>
                <a:latin typeface="Comfortaa"/>
                <a:ea typeface="Comfortaa"/>
                <a:cs typeface="Comfortaa"/>
                <a:sym typeface="Comfortaa"/>
              </a:rPr>
              <a:t>send-reminders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4" name="Google Shape;804;p61"/>
          <p:cNvSpPr txBox="1"/>
          <p:nvPr/>
        </p:nvSpPr>
        <p:spPr>
          <a:xfrm>
            <a:off x="6682300" y="2574925"/>
            <a:ext cx="20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E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mail como um </a:t>
            </a:r>
            <a:endParaRPr sz="1200">
              <a:solidFill>
                <a:srgbClr val="14242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lembrete 24h antes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5" name="Google Shape;805;p61"/>
          <p:cNvSpPr/>
          <p:nvPr/>
        </p:nvSpPr>
        <p:spPr>
          <a:xfrm>
            <a:off x="4656850" y="3019250"/>
            <a:ext cx="4179600" cy="459300"/>
          </a:xfrm>
          <a:prstGeom prst="rect">
            <a:avLst/>
          </a:prstGeom>
          <a:solidFill>
            <a:srgbClr val="DDECEE"/>
          </a:solidFill>
          <a:ln>
            <a:noFill/>
          </a:ln>
        </p:spPr>
        <p:txBody>
          <a:bodyPr anchorCtr="0" anchor="ctr" bIns="42525" lIns="85025" spcFirstLastPara="1" rIns="85025" wrap="square" tIns="42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61"/>
          <p:cNvSpPr txBox="1"/>
          <p:nvPr/>
        </p:nvSpPr>
        <p:spPr>
          <a:xfrm>
            <a:off x="4758694" y="3168590"/>
            <a:ext cx="16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A5A62"/>
                </a:solidFill>
                <a:latin typeface="Comfortaa"/>
                <a:ea typeface="Comfortaa"/>
                <a:cs typeface="Comfortaa"/>
                <a:sym typeface="Comfortaa"/>
              </a:rPr>
              <a:t>send-newsletter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7" name="Google Shape;807;p61"/>
          <p:cNvSpPr txBox="1"/>
          <p:nvPr/>
        </p:nvSpPr>
        <p:spPr>
          <a:xfrm>
            <a:off x="6689775" y="3086775"/>
            <a:ext cx="20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N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ewsletter </a:t>
            </a:r>
            <a:endParaRPr sz="1200">
              <a:solidFill>
                <a:srgbClr val="14242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por Gmail SMTP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8" name="Google Shape;808;p61"/>
          <p:cNvSpPr/>
          <p:nvPr/>
        </p:nvSpPr>
        <p:spPr>
          <a:xfrm>
            <a:off x="4656850" y="3508600"/>
            <a:ext cx="4179600" cy="459300"/>
          </a:xfrm>
          <a:prstGeom prst="rect">
            <a:avLst/>
          </a:prstGeom>
          <a:solidFill>
            <a:srgbClr val="EAF3F4"/>
          </a:solidFill>
          <a:ln>
            <a:noFill/>
          </a:ln>
        </p:spPr>
        <p:txBody>
          <a:bodyPr anchorCtr="0" anchor="ctr" bIns="42525" lIns="85025" spcFirstLastPara="1" rIns="85025" wrap="square" tIns="42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61"/>
          <p:cNvSpPr txBox="1"/>
          <p:nvPr/>
        </p:nvSpPr>
        <p:spPr>
          <a:xfrm>
            <a:off x="4758694" y="3657939"/>
            <a:ext cx="16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A5A62"/>
                </a:solidFill>
                <a:latin typeface="Comfortaa"/>
                <a:ea typeface="Comfortaa"/>
                <a:cs typeface="Comfortaa"/>
                <a:sym typeface="Comfortaa"/>
              </a:rPr>
              <a:t>generate-invoice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0" name="Google Shape;810;p61"/>
          <p:cNvSpPr txBox="1"/>
          <p:nvPr/>
        </p:nvSpPr>
        <p:spPr>
          <a:xfrm>
            <a:off x="6689775" y="3553600"/>
            <a:ext cx="20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F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atura PDF ao </a:t>
            </a:r>
            <a:endParaRPr sz="1200">
              <a:solidFill>
                <a:srgbClr val="14242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concluir uma consulta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1" name="Google Shape;811;p61"/>
          <p:cNvSpPr/>
          <p:nvPr/>
        </p:nvSpPr>
        <p:spPr>
          <a:xfrm>
            <a:off x="4656850" y="3997950"/>
            <a:ext cx="4179600" cy="459300"/>
          </a:xfrm>
          <a:prstGeom prst="rect">
            <a:avLst/>
          </a:prstGeom>
          <a:solidFill>
            <a:srgbClr val="DDECEE"/>
          </a:solidFill>
          <a:ln>
            <a:noFill/>
          </a:ln>
        </p:spPr>
        <p:txBody>
          <a:bodyPr anchorCtr="0" anchor="ctr" bIns="42525" lIns="85025" spcFirstLastPara="1" rIns="85025" wrap="square" tIns="42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61"/>
          <p:cNvSpPr txBox="1"/>
          <p:nvPr/>
        </p:nvSpPr>
        <p:spPr>
          <a:xfrm>
            <a:off x="4758694" y="4156104"/>
            <a:ext cx="169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A5A62"/>
                </a:solidFill>
                <a:latin typeface="Comfortaa"/>
                <a:ea typeface="Comfortaa"/>
                <a:cs typeface="Comfortaa"/>
                <a:sym typeface="Comfortaa"/>
              </a:rPr>
              <a:t>export-doctor-report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3" name="Google Shape;813;p61"/>
          <p:cNvSpPr txBox="1"/>
          <p:nvPr/>
        </p:nvSpPr>
        <p:spPr>
          <a:xfrm>
            <a:off x="6689875" y="4042925"/>
            <a:ext cx="20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E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xporta relatórios </a:t>
            </a:r>
            <a:endParaRPr sz="1200">
              <a:solidFill>
                <a:srgbClr val="14242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da Base de Dados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4" name="Google Shape;814;p61"/>
          <p:cNvSpPr txBox="1"/>
          <p:nvPr/>
        </p:nvSpPr>
        <p:spPr>
          <a:xfrm>
            <a:off x="713225" y="1692500"/>
            <a:ext cx="38085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 Medium"/>
                <a:ea typeface="Comfortaa Medium"/>
                <a:cs typeface="Comfortaa Medium"/>
                <a:sym typeface="Comfortaa Medium"/>
              </a:rPr>
              <a:t>Fizemos</a:t>
            </a:r>
            <a:r>
              <a:rPr lang="en" sz="1200">
                <a:latin typeface="Comfortaa Medium"/>
                <a:ea typeface="Comfortaa Medium"/>
                <a:cs typeface="Comfortaa Medium"/>
                <a:sym typeface="Comfortaa Medium"/>
              </a:rPr>
              <a:t> uso de 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6 Edge-Functions </a:t>
            </a:r>
            <a:r>
              <a:rPr lang="en" sz="1200">
                <a:latin typeface="Comfortaa Medium"/>
                <a:ea typeface="Comfortaa Medium"/>
                <a:cs typeface="Comfortaa Medium"/>
                <a:sym typeface="Comfortaa Medium"/>
              </a:rPr>
              <a:t>para implementarmos vários tipos de notificações.</a:t>
            </a:r>
            <a:endParaRPr sz="1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 Medium"/>
                <a:ea typeface="Comfortaa Medium"/>
                <a:cs typeface="Comfortaa Medium"/>
                <a:sym typeface="Comfortaa Medium"/>
              </a:rPr>
              <a:t>O paciente pode de 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personalizar</a:t>
            </a:r>
            <a:r>
              <a:rPr lang="en" sz="1200">
                <a:latin typeface="Comfortaa Medium"/>
                <a:ea typeface="Comfortaa Medium"/>
                <a:cs typeface="Comfortaa Medium"/>
                <a:sym typeface="Comfortaa Medium"/>
              </a:rPr>
              <a:t> as mesmas:</a:t>
            </a:r>
            <a:endParaRPr sz="1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Email:</a:t>
            </a:r>
            <a:r>
              <a:rPr lang="en" sz="1200">
                <a:latin typeface="Comfortaa Medium"/>
                <a:ea typeface="Comfortaa Medium"/>
                <a:cs typeface="Comfortaa Medium"/>
                <a:sym typeface="Comfortaa Medium"/>
              </a:rPr>
              <a:t> engloba cancelamentos, novos documentos, lembretes 24h e newsletter.</a:t>
            </a:r>
            <a:endParaRPr sz="1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Albert Sans"/>
                <a:ea typeface="Albert Sans"/>
                <a:cs typeface="Albert Sans"/>
                <a:sym typeface="Albert Sans"/>
              </a:rPr>
              <a:t>•</a:t>
            </a:r>
            <a:r>
              <a:rPr lang="en" sz="1200">
                <a:solidFill>
                  <a:srgbClr val="212121"/>
                </a:solidFill>
                <a:latin typeface="Figtree Light"/>
                <a:ea typeface="Figtree Light"/>
                <a:cs typeface="Figtree Light"/>
                <a:sym typeface="Figtree Light"/>
              </a:rPr>
              <a:t> </a:t>
            </a:r>
            <a:r>
              <a:rPr b="1" lang="en" sz="1200">
                <a:latin typeface="Comfortaa"/>
                <a:ea typeface="Comfortaa"/>
                <a:cs typeface="Comfortaa"/>
                <a:sym typeface="Comfortaa"/>
              </a:rPr>
              <a:t>SMS:</a:t>
            </a:r>
            <a:r>
              <a:rPr lang="en" sz="1200">
                <a:latin typeface="Comfortaa Medium"/>
                <a:ea typeface="Comfortaa Medium"/>
                <a:cs typeface="Comfortaa Medium"/>
                <a:sym typeface="Comfortaa Medium"/>
              </a:rPr>
              <a:t> avisa quando um documento é carregado,se o paciente ativar SMS</a:t>
            </a:r>
            <a:endParaRPr sz="1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2"/>
          <p:cNvSpPr txBox="1"/>
          <p:nvPr>
            <p:ph idx="1" type="subTitle"/>
          </p:nvPr>
        </p:nvSpPr>
        <p:spPr>
          <a:xfrm>
            <a:off x="638150" y="1453625"/>
            <a:ext cx="4575600" cy="31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Autenticação: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registo, login e gestão de perfil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Pacientes e histórico: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criar, editar e consultar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Agendamento: 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marcar, alterar e cancelar consultas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Documentos clínicos: 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enviar, ver e descarregar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Fila virtual: 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senha, chamada e ausências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Gestão de horários: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agenda e bloqueios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820" name="Google Shape;820;p62"/>
          <p:cNvGrpSpPr/>
          <p:nvPr/>
        </p:nvGrpSpPr>
        <p:grpSpPr>
          <a:xfrm>
            <a:off x="-9538" y="3885802"/>
            <a:ext cx="1724064" cy="1267222"/>
            <a:chOff x="-9538" y="3885802"/>
            <a:chExt cx="1724064" cy="1267222"/>
          </a:xfrm>
        </p:grpSpPr>
        <p:sp>
          <p:nvSpPr>
            <p:cNvPr id="821" name="Google Shape;821;p62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822" name="Google Shape;822;p62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pic>
        <p:nvPicPr>
          <p:cNvPr id="823" name="Google Shape;82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1325" y="1453625"/>
            <a:ext cx="4054027" cy="2969075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62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UML: Casos de Uso (6)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2800"/>
          </a:p>
        </p:txBody>
      </p:sp>
      <p:grpSp>
        <p:nvGrpSpPr>
          <p:cNvPr id="825" name="Google Shape;825;p62"/>
          <p:cNvGrpSpPr/>
          <p:nvPr/>
        </p:nvGrpSpPr>
        <p:grpSpPr>
          <a:xfrm>
            <a:off x="-9559" y="883972"/>
            <a:ext cx="2029619" cy="335562"/>
            <a:chOff x="4429129" y="1638522"/>
            <a:chExt cx="2029619" cy="335562"/>
          </a:xfrm>
        </p:grpSpPr>
        <p:sp>
          <p:nvSpPr>
            <p:cNvPr descr="Slidesgo" id="826" name="Google Shape;826;p62" title="Lines medical"/>
            <p:cNvSpPr/>
            <p:nvPr/>
          </p:nvSpPr>
          <p:spPr>
            <a:xfrm flipH="1">
              <a:off x="4429129" y="1638522"/>
              <a:ext cx="570255" cy="335562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descr="Slidesgo" id="827" name="Google Shape;827;p62" title="Lines"/>
            <p:cNvSpPr/>
            <p:nvPr/>
          </p:nvSpPr>
          <p:spPr>
            <a:xfrm flipH="1">
              <a:off x="4941348" y="1848248"/>
              <a:ext cx="1517400" cy="27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63"/>
          <p:cNvSpPr txBox="1"/>
          <p:nvPr>
            <p:ph idx="1" type="subTitle"/>
          </p:nvPr>
        </p:nvSpPr>
        <p:spPr>
          <a:xfrm>
            <a:off x="713225" y="1382588"/>
            <a:ext cx="3756600" cy="28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e Doctor: 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Doctor herda de User (licença e especialidade)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Appointment: 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liga paciente e médico; tem tipo e estado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Invoice: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fatura gerada automaticamen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 por consulta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MedicalRecord: r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egistos clínicos com PDFs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Schedule_Block: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períodos de indisponibilidade do médico</a:t>
            </a:r>
            <a:endParaRPr sz="1200"/>
          </a:p>
        </p:txBody>
      </p:sp>
      <p:grpSp>
        <p:nvGrpSpPr>
          <p:cNvPr id="833" name="Google Shape;833;p63"/>
          <p:cNvGrpSpPr/>
          <p:nvPr/>
        </p:nvGrpSpPr>
        <p:grpSpPr>
          <a:xfrm>
            <a:off x="-9538" y="3885802"/>
            <a:ext cx="1724064" cy="1267222"/>
            <a:chOff x="-9538" y="3885802"/>
            <a:chExt cx="1724064" cy="1267222"/>
          </a:xfrm>
        </p:grpSpPr>
        <p:sp>
          <p:nvSpPr>
            <p:cNvPr id="834" name="Google Shape;834;p63"/>
            <p:cNvSpPr/>
            <p:nvPr/>
          </p:nvSpPr>
          <p:spPr>
            <a:xfrm flipH="1">
              <a:off x="66662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835" name="Google Shape;835;p63"/>
            <p:cNvSpPr/>
            <p:nvPr/>
          </p:nvSpPr>
          <p:spPr>
            <a:xfrm flipH="1">
              <a:off x="-9538" y="3885802"/>
              <a:ext cx="1647864" cy="1267222"/>
            </a:xfrm>
            <a:custGeom>
              <a:rect b="b" l="l" r="r" t="t"/>
              <a:pathLst>
                <a:path extrusionOk="0" h="21492" w="21600">
                  <a:moveTo>
                    <a:pt x="21600" y="673"/>
                  </a:moveTo>
                  <a:cubicBezTo>
                    <a:pt x="21600" y="673"/>
                    <a:pt x="21600" y="673"/>
                    <a:pt x="21600" y="20101"/>
                  </a:cubicBezTo>
                  <a:lnTo>
                    <a:pt x="21600" y="21492"/>
                  </a:lnTo>
                  <a:lnTo>
                    <a:pt x="0" y="21492"/>
                  </a:lnTo>
                  <a:lnTo>
                    <a:pt x="0" y="20470"/>
                  </a:lnTo>
                  <a:lnTo>
                    <a:pt x="49" y="20352"/>
                  </a:lnTo>
                  <a:cubicBezTo>
                    <a:pt x="318" y="19776"/>
                    <a:pt x="697" y="19269"/>
                    <a:pt x="1149" y="18885"/>
                  </a:cubicBezTo>
                  <a:cubicBezTo>
                    <a:pt x="2434" y="17802"/>
                    <a:pt x="4139" y="17710"/>
                    <a:pt x="5564" y="16909"/>
                  </a:cubicBezTo>
                  <a:cubicBezTo>
                    <a:pt x="7575" y="15786"/>
                    <a:pt x="8838" y="13383"/>
                    <a:pt x="9743" y="10987"/>
                  </a:cubicBezTo>
                  <a:cubicBezTo>
                    <a:pt x="10654" y="8597"/>
                    <a:pt x="11352" y="6037"/>
                    <a:pt x="12738" y="3989"/>
                  </a:cubicBezTo>
                  <a:cubicBezTo>
                    <a:pt x="14029" y="2085"/>
                    <a:pt x="15884" y="726"/>
                    <a:pt x="17907" y="201"/>
                  </a:cubicBezTo>
                  <a:cubicBezTo>
                    <a:pt x="18890" y="-49"/>
                    <a:pt x="19935" y="-108"/>
                    <a:pt x="20885" y="273"/>
                  </a:cubicBezTo>
                  <a:cubicBezTo>
                    <a:pt x="21131" y="371"/>
                    <a:pt x="21371" y="509"/>
                    <a:pt x="21600" y="673"/>
                  </a:cubicBezTo>
                  <a:close/>
                </a:path>
              </a:pathLst>
            </a:custGeom>
            <a:gradFill>
              <a:gsLst>
                <a:gs pos="0">
                  <a:srgbClr val="33CCCC"/>
                </a:gs>
                <a:gs pos="100000">
                  <a:srgbClr val="0084B4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Source Sans Pr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pic>
        <p:nvPicPr>
          <p:cNvPr descr="Domain_Model.png" id="836" name="Google Shape;83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700" y="1298913"/>
            <a:ext cx="3924901" cy="3140875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63"/>
          <p:cNvSpPr txBox="1"/>
          <p:nvPr/>
        </p:nvSpPr>
        <p:spPr>
          <a:xfrm>
            <a:off x="5248349" y="4522475"/>
            <a:ext cx="2877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Modelo de Domínio, Diagrama de Classes (UML)</a:t>
            </a:r>
            <a:endParaRPr sz="1300"/>
          </a:p>
        </p:txBody>
      </p:sp>
      <p:sp>
        <p:nvSpPr>
          <p:cNvPr id="838" name="Google Shape;838;p63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UML: Entidades Principais</a:t>
            </a:r>
            <a:endParaRPr b="1" sz="1600"/>
          </a:p>
        </p:txBody>
      </p:sp>
      <p:grpSp>
        <p:nvGrpSpPr>
          <p:cNvPr id="839" name="Google Shape;839;p63"/>
          <p:cNvGrpSpPr/>
          <p:nvPr/>
        </p:nvGrpSpPr>
        <p:grpSpPr>
          <a:xfrm>
            <a:off x="-9559" y="883972"/>
            <a:ext cx="2029619" cy="335562"/>
            <a:chOff x="4429129" y="1638522"/>
            <a:chExt cx="2029619" cy="335562"/>
          </a:xfrm>
        </p:grpSpPr>
        <p:sp>
          <p:nvSpPr>
            <p:cNvPr descr="Slidesgo" id="840" name="Google Shape;840;p63" title="Lines medical"/>
            <p:cNvSpPr/>
            <p:nvPr/>
          </p:nvSpPr>
          <p:spPr>
            <a:xfrm flipH="1">
              <a:off x="4429129" y="1638522"/>
              <a:ext cx="570255" cy="335562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descr="Slidesgo" id="841" name="Google Shape;841;p63" title="Lines"/>
            <p:cNvSpPr/>
            <p:nvPr/>
          </p:nvSpPr>
          <p:spPr>
            <a:xfrm flipH="1">
              <a:off x="4941348" y="1848248"/>
              <a:ext cx="1517400" cy="27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4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Arquitetura Lógica (Diagrama de Pacotes UML)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64"/>
          <p:cNvSpPr txBox="1"/>
          <p:nvPr>
            <p:ph idx="7" type="body"/>
          </p:nvPr>
        </p:nvSpPr>
        <p:spPr>
          <a:xfrm>
            <a:off x="713225" y="1630525"/>
            <a:ext cx="4261200" cy="24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Camada UI: 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5 pacotes Flutter, um por portal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Camada Core: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ponto único de acesso à base de dados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Todos os portais usam a BD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: 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Paciente, Médico, </a:t>
            </a:r>
            <a:r>
              <a:rPr lang="en" sz="11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Receção e Admin passam pelo Core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Backend Supabase: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Auth (JWT), PostgreSQL e RLS, Storage, Edge Functions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Serviços externos: 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Gmail SMTP e Twilio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848" name="Google Shape;848;p64"/>
          <p:cNvGrpSpPr/>
          <p:nvPr/>
        </p:nvGrpSpPr>
        <p:grpSpPr>
          <a:xfrm>
            <a:off x="6948075" y="2342952"/>
            <a:ext cx="505700" cy="610009"/>
            <a:chOff x="6948075" y="2342952"/>
            <a:chExt cx="505700" cy="610009"/>
          </a:xfrm>
        </p:grpSpPr>
        <p:sp>
          <p:nvSpPr>
            <p:cNvPr id="849" name="Google Shape;849;p64"/>
            <p:cNvSpPr/>
            <p:nvPr/>
          </p:nvSpPr>
          <p:spPr>
            <a:xfrm>
              <a:off x="7018989" y="2415412"/>
              <a:ext cx="254683" cy="14971"/>
            </a:xfrm>
            <a:custGeom>
              <a:rect b="b" l="l" r="r" t="t"/>
              <a:pathLst>
                <a:path extrusionOk="0" h="494" w="8404">
                  <a:moveTo>
                    <a:pt x="247" y="1"/>
                  </a:moveTo>
                  <a:cubicBezTo>
                    <a:pt x="123" y="1"/>
                    <a:pt x="0" y="124"/>
                    <a:pt x="0" y="247"/>
                  </a:cubicBezTo>
                  <a:cubicBezTo>
                    <a:pt x="0" y="370"/>
                    <a:pt x="123" y="493"/>
                    <a:pt x="247" y="493"/>
                  </a:cubicBezTo>
                  <a:lnTo>
                    <a:pt x="8157" y="493"/>
                  </a:lnTo>
                  <a:cubicBezTo>
                    <a:pt x="8280" y="493"/>
                    <a:pt x="8403" y="370"/>
                    <a:pt x="8403" y="247"/>
                  </a:cubicBezTo>
                  <a:cubicBezTo>
                    <a:pt x="8403" y="124"/>
                    <a:pt x="8280" y="1"/>
                    <a:pt x="8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64"/>
            <p:cNvSpPr/>
            <p:nvPr/>
          </p:nvSpPr>
          <p:spPr>
            <a:xfrm>
              <a:off x="7018989" y="2604758"/>
              <a:ext cx="17698" cy="14971"/>
            </a:xfrm>
            <a:custGeom>
              <a:rect b="b" l="l" r="r" t="t"/>
              <a:pathLst>
                <a:path extrusionOk="0" h="494" w="584">
                  <a:moveTo>
                    <a:pt x="247" y="1"/>
                  </a:moveTo>
                  <a:cubicBezTo>
                    <a:pt x="123" y="1"/>
                    <a:pt x="0" y="94"/>
                    <a:pt x="0" y="247"/>
                  </a:cubicBezTo>
                  <a:cubicBezTo>
                    <a:pt x="0" y="370"/>
                    <a:pt x="123" y="493"/>
                    <a:pt x="247" y="493"/>
                  </a:cubicBezTo>
                  <a:lnTo>
                    <a:pt x="338" y="493"/>
                  </a:lnTo>
                  <a:cubicBezTo>
                    <a:pt x="493" y="493"/>
                    <a:pt x="584" y="370"/>
                    <a:pt x="584" y="247"/>
                  </a:cubicBezTo>
                  <a:cubicBezTo>
                    <a:pt x="584" y="94"/>
                    <a:pt x="493" y="1"/>
                    <a:pt x="3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4"/>
            <p:cNvSpPr/>
            <p:nvPr/>
          </p:nvSpPr>
          <p:spPr>
            <a:xfrm>
              <a:off x="7050688" y="2604758"/>
              <a:ext cx="37366" cy="14971"/>
            </a:xfrm>
            <a:custGeom>
              <a:rect b="b" l="l" r="r" t="t"/>
              <a:pathLst>
                <a:path extrusionOk="0" h="494" w="1233">
                  <a:moveTo>
                    <a:pt x="247" y="1"/>
                  </a:moveTo>
                  <a:cubicBezTo>
                    <a:pt x="124" y="1"/>
                    <a:pt x="1" y="94"/>
                    <a:pt x="1" y="247"/>
                  </a:cubicBezTo>
                  <a:cubicBezTo>
                    <a:pt x="1" y="370"/>
                    <a:pt x="124" y="493"/>
                    <a:pt x="247" y="493"/>
                  </a:cubicBezTo>
                  <a:lnTo>
                    <a:pt x="986" y="493"/>
                  </a:lnTo>
                  <a:cubicBezTo>
                    <a:pt x="1109" y="493"/>
                    <a:pt x="1232" y="370"/>
                    <a:pt x="1232" y="247"/>
                  </a:cubicBezTo>
                  <a:cubicBezTo>
                    <a:pt x="1232" y="94"/>
                    <a:pt x="1109" y="1"/>
                    <a:pt x="9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64"/>
            <p:cNvSpPr/>
            <p:nvPr/>
          </p:nvSpPr>
          <p:spPr>
            <a:xfrm>
              <a:off x="7101964" y="2604758"/>
              <a:ext cx="171708" cy="14971"/>
            </a:xfrm>
            <a:custGeom>
              <a:rect b="b" l="l" r="r" t="t"/>
              <a:pathLst>
                <a:path extrusionOk="0" h="494" w="5666">
                  <a:moveTo>
                    <a:pt x="247" y="1"/>
                  </a:moveTo>
                  <a:cubicBezTo>
                    <a:pt x="124" y="1"/>
                    <a:pt x="1" y="94"/>
                    <a:pt x="1" y="247"/>
                  </a:cubicBezTo>
                  <a:cubicBezTo>
                    <a:pt x="1" y="370"/>
                    <a:pt x="124" y="493"/>
                    <a:pt x="247" y="493"/>
                  </a:cubicBezTo>
                  <a:lnTo>
                    <a:pt x="5419" y="493"/>
                  </a:lnTo>
                  <a:cubicBezTo>
                    <a:pt x="5542" y="493"/>
                    <a:pt x="5665" y="370"/>
                    <a:pt x="5665" y="247"/>
                  </a:cubicBezTo>
                  <a:cubicBezTo>
                    <a:pt x="5665" y="94"/>
                    <a:pt x="5542" y="1"/>
                    <a:pt x="54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64"/>
            <p:cNvSpPr/>
            <p:nvPr/>
          </p:nvSpPr>
          <p:spPr>
            <a:xfrm>
              <a:off x="7018989" y="2543208"/>
              <a:ext cx="17698" cy="14940"/>
            </a:xfrm>
            <a:custGeom>
              <a:rect b="b" l="l" r="r" t="t"/>
              <a:pathLst>
                <a:path extrusionOk="0" h="493" w="584">
                  <a:moveTo>
                    <a:pt x="247" y="0"/>
                  </a:moveTo>
                  <a:cubicBezTo>
                    <a:pt x="123" y="0"/>
                    <a:pt x="0" y="123"/>
                    <a:pt x="0" y="246"/>
                  </a:cubicBezTo>
                  <a:cubicBezTo>
                    <a:pt x="0" y="402"/>
                    <a:pt x="123" y="493"/>
                    <a:pt x="247" y="493"/>
                  </a:cubicBezTo>
                  <a:lnTo>
                    <a:pt x="338" y="493"/>
                  </a:lnTo>
                  <a:cubicBezTo>
                    <a:pt x="493" y="493"/>
                    <a:pt x="584" y="402"/>
                    <a:pt x="584" y="246"/>
                  </a:cubicBezTo>
                  <a:cubicBezTo>
                    <a:pt x="584" y="123"/>
                    <a:pt x="493" y="0"/>
                    <a:pt x="3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64"/>
            <p:cNvSpPr/>
            <p:nvPr/>
          </p:nvSpPr>
          <p:spPr>
            <a:xfrm>
              <a:off x="7050688" y="2543208"/>
              <a:ext cx="37366" cy="14940"/>
            </a:xfrm>
            <a:custGeom>
              <a:rect b="b" l="l" r="r" t="t"/>
              <a:pathLst>
                <a:path extrusionOk="0" h="493" w="1233">
                  <a:moveTo>
                    <a:pt x="247" y="0"/>
                  </a:moveTo>
                  <a:cubicBezTo>
                    <a:pt x="124" y="0"/>
                    <a:pt x="1" y="123"/>
                    <a:pt x="1" y="246"/>
                  </a:cubicBezTo>
                  <a:cubicBezTo>
                    <a:pt x="1" y="402"/>
                    <a:pt x="124" y="493"/>
                    <a:pt x="247" y="493"/>
                  </a:cubicBezTo>
                  <a:lnTo>
                    <a:pt x="986" y="493"/>
                  </a:lnTo>
                  <a:cubicBezTo>
                    <a:pt x="1109" y="493"/>
                    <a:pt x="1232" y="402"/>
                    <a:pt x="1232" y="246"/>
                  </a:cubicBezTo>
                  <a:cubicBezTo>
                    <a:pt x="1232" y="123"/>
                    <a:pt x="1109" y="0"/>
                    <a:pt x="9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64"/>
            <p:cNvSpPr/>
            <p:nvPr/>
          </p:nvSpPr>
          <p:spPr>
            <a:xfrm>
              <a:off x="7101964" y="2543208"/>
              <a:ext cx="171708" cy="14940"/>
            </a:xfrm>
            <a:custGeom>
              <a:rect b="b" l="l" r="r" t="t"/>
              <a:pathLst>
                <a:path extrusionOk="0" h="493" w="5666">
                  <a:moveTo>
                    <a:pt x="247" y="0"/>
                  </a:moveTo>
                  <a:cubicBezTo>
                    <a:pt x="124" y="0"/>
                    <a:pt x="1" y="123"/>
                    <a:pt x="1" y="246"/>
                  </a:cubicBezTo>
                  <a:cubicBezTo>
                    <a:pt x="1" y="402"/>
                    <a:pt x="124" y="493"/>
                    <a:pt x="247" y="493"/>
                  </a:cubicBezTo>
                  <a:lnTo>
                    <a:pt x="5419" y="493"/>
                  </a:lnTo>
                  <a:cubicBezTo>
                    <a:pt x="5542" y="493"/>
                    <a:pt x="5665" y="402"/>
                    <a:pt x="5665" y="246"/>
                  </a:cubicBezTo>
                  <a:cubicBezTo>
                    <a:pt x="5665" y="123"/>
                    <a:pt x="5542" y="0"/>
                    <a:pt x="54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64"/>
            <p:cNvSpPr/>
            <p:nvPr/>
          </p:nvSpPr>
          <p:spPr>
            <a:xfrm>
              <a:off x="7018989" y="2679399"/>
              <a:ext cx="17698" cy="14971"/>
            </a:xfrm>
            <a:custGeom>
              <a:rect b="b" l="l" r="r" t="t"/>
              <a:pathLst>
                <a:path extrusionOk="0" h="494" w="584">
                  <a:moveTo>
                    <a:pt x="247" y="1"/>
                  </a:moveTo>
                  <a:cubicBezTo>
                    <a:pt x="123" y="1"/>
                    <a:pt x="0" y="94"/>
                    <a:pt x="0" y="247"/>
                  </a:cubicBezTo>
                  <a:cubicBezTo>
                    <a:pt x="0" y="370"/>
                    <a:pt x="123" y="493"/>
                    <a:pt x="247" y="493"/>
                  </a:cubicBezTo>
                  <a:lnTo>
                    <a:pt x="338" y="493"/>
                  </a:lnTo>
                  <a:cubicBezTo>
                    <a:pt x="493" y="493"/>
                    <a:pt x="584" y="370"/>
                    <a:pt x="584" y="247"/>
                  </a:cubicBezTo>
                  <a:cubicBezTo>
                    <a:pt x="584" y="94"/>
                    <a:pt x="493" y="1"/>
                    <a:pt x="3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64"/>
            <p:cNvSpPr/>
            <p:nvPr/>
          </p:nvSpPr>
          <p:spPr>
            <a:xfrm>
              <a:off x="7050688" y="2679399"/>
              <a:ext cx="37366" cy="14971"/>
            </a:xfrm>
            <a:custGeom>
              <a:rect b="b" l="l" r="r" t="t"/>
              <a:pathLst>
                <a:path extrusionOk="0" h="494" w="1233">
                  <a:moveTo>
                    <a:pt x="247" y="1"/>
                  </a:moveTo>
                  <a:cubicBezTo>
                    <a:pt x="124" y="1"/>
                    <a:pt x="1" y="94"/>
                    <a:pt x="1" y="247"/>
                  </a:cubicBezTo>
                  <a:cubicBezTo>
                    <a:pt x="1" y="370"/>
                    <a:pt x="124" y="493"/>
                    <a:pt x="247" y="493"/>
                  </a:cubicBezTo>
                  <a:lnTo>
                    <a:pt x="986" y="493"/>
                  </a:lnTo>
                  <a:cubicBezTo>
                    <a:pt x="1109" y="493"/>
                    <a:pt x="1232" y="370"/>
                    <a:pt x="1232" y="247"/>
                  </a:cubicBezTo>
                  <a:cubicBezTo>
                    <a:pt x="1232" y="94"/>
                    <a:pt x="1109" y="1"/>
                    <a:pt x="9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64"/>
            <p:cNvSpPr/>
            <p:nvPr/>
          </p:nvSpPr>
          <p:spPr>
            <a:xfrm>
              <a:off x="7020837" y="2725159"/>
              <a:ext cx="61610" cy="133403"/>
            </a:xfrm>
            <a:custGeom>
              <a:rect b="b" l="l" r="r" t="t"/>
              <a:pathLst>
                <a:path extrusionOk="0" h="4402" w="2033">
                  <a:moveTo>
                    <a:pt x="1015" y="0"/>
                  </a:moveTo>
                  <a:cubicBezTo>
                    <a:pt x="863" y="0"/>
                    <a:pt x="769" y="92"/>
                    <a:pt x="769" y="247"/>
                  </a:cubicBezTo>
                  <a:lnTo>
                    <a:pt x="769" y="431"/>
                  </a:lnTo>
                  <a:cubicBezTo>
                    <a:pt x="309" y="555"/>
                    <a:pt x="1" y="954"/>
                    <a:pt x="1" y="1417"/>
                  </a:cubicBezTo>
                  <a:cubicBezTo>
                    <a:pt x="1" y="1971"/>
                    <a:pt x="461" y="2431"/>
                    <a:pt x="1015" y="2431"/>
                  </a:cubicBezTo>
                  <a:cubicBezTo>
                    <a:pt x="1294" y="2431"/>
                    <a:pt x="1540" y="2648"/>
                    <a:pt x="1540" y="2956"/>
                  </a:cubicBezTo>
                  <a:cubicBezTo>
                    <a:pt x="1540" y="3232"/>
                    <a:pt x="1294" y="3478"/>
                    <a:pt x="1015" y="3478"/>
                  </a:cubicBezTo>
                  <a:cubicBezTo>
                    <a:pt x="708" y="3478"/>
                    <a:pt x="493" y="3232"/>
                    <a:pt x="493" y="2956"/>
                  </a:cubicBezTo>
                  <a:cubicBezTo>
                    <a:pt x="493" y="2801"/>
                    <a:pt x="370" y="2710"/>
                    <a:pt x="247" y="2710"/>
                  </a:cubicBezTo>
                  <a:cubicBezTo>
                    <a:pt x="92" y="2710"/>
                    <a:pt x="1" y="2801"/>
                    <a:pt x="1" y="2956"/>
                  </a:cubicBezTo>
                  <a:cubicBezTo>
                    <a:pt x="1" y="3416"/>
                    <a:pt x="309" y="3818"/>
                    <a:pt x="769" y="3941"/>
                  </a:cubicBezTo>
                  <a:lnTo>
                    <a:pt x="769" y="4155"/>
                  </a:lnTo>
                  <a:cubicBezTo>
                    <a:pt x="769" y="4310"/>
                    <a:pt x="863" y="4402"/>
                    <a:pt x="1015" y="4402"/>
                  </a:cubicBezTo>
                  <a:cubicBezTo>
                    <a:pt x="1139" y="4402"/>
                    <a:pt x="1262" y="4310"/>
                    <a:pt x="1262" y="4155"/>
                  </a:cubicBezTo>
                  <a:lnTo>
                    <a:pt x="1262" y="3941"/>
                  </a:lnTo>
                  <a:cubicBezTo>
                    <a:pt x="1693" y="3818"/>
                    <a:pt x="2033" y="3416"/>
                    <a:pt x="2001" y="2956"/>
                  </a:cubicBezTo>
                  <a:cubicBezTo>
                    <a:pt x="2001" y="2402"/>
                    <a:pt x="1570" y="1939"/>
                    <a:pt x="1015" y="1939"/>
                  </a:cubicBezTo>
                  <a:cubicBezTo>
                    <a:pt x="708" y="1939"/>
                    <a:pt x="493" y="1724"/>
                    <a:pt x="493" y="1417"/>
                  </a:cubicBezTo>
                  <a:cubicBezTo>
                    <a:pt x="493" y="1138"/>
                    <a:pt x="740" y="892"/>
                    <a:pt x="1015" y="892"/>
                  </a:cubicBezTo>
                  <a:cubicBezTo>
                    <a:pt x="1294" y="924"/>
                    <a:pt x="1540" y="1138"/>
                    <a:pt x="1540" y="1417"/>
                  </a:cubicBezTo>
                  <a:cubicBezTo>
                    <a:pt x="1508" y="1569"/>
                    <a:pt x="1631" y="1663"/>
                    <a:pt x="1754" y="1663"/>
                  </a:cubicBezTo>
                  <a:cubicBezTo>
                    <a:pt x="1909" y="1663"/>
                    <a:pt x="2001" y="1569"/>
                    <a:pt x="2001" y="1417"/>
                  </a:cubicBezTo>
                  <a:cubicBezTo>
                    <a:pt x="2033" y="954"/>
                    <a:pt x="1693" y="555"/>
                    <a:pt x="1262" y="431"/>
                  </a:cubicBezTo>
                  <a:lnTo>
                    <a:pt x="1262" y="247"/>
                  </a:lnTo>
                  <a:cubicBezTo>
                    <a:pt x="1262" y="92"/>
                    <a:pt x="1139" y="0"/>
                    <a:pt x="10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64"/>
            <p:cNvSpPr/>
            <p:nvPr/>
          </p:nvSpPr>
          <p:spPr>
            <a:xfrm>
              <a:off x="6977925" y="2342952"/>
              <a:ext cx="475849" cy="610009"/>
            </a:xfrm>
            <a:custGeom>
              <a:rect b="b" l="l" r="r" t="t"/>
              <a:pathLst>
                <a:path extrusionOk="0" h="20129" w="15702">
                  <a:moveTo>
                    <a:pt x="8219" y="574"/>
                  </a:moveTo>
                  <a:cubicBezTo>
                    <a:pt x="8621" y="842"/>
                    <a:pt x="9077" y="973"/>
                    <a:pt x="9528" y="973"/>
                  </a:cubicBezTo>
                  <a:cubicBezTo>
                    <a:pt x="9907" y="973"/>
                    <a:pt x="10283" y="881"/>
                    <a:pt x="10620" y="697"/>
                  </a:cubicBezTo>
                  <a:lnTo>
                    <a:pt x="10620" y="9780"/>
                  </a:lnTo>
                  <a:lnTo>
                    <a:pt x="10497" y="9780"/>
                  </a:lnTo>
                  <a:cubicBezTo>
                    <a:pt x="9236" y="9780"/>
                    <a:pt x="8034" y="10241"/>
                    <a:pt x="7081" y="11103"/>
                  </a:cubicBezTo>
                  <a:lnTo>
                    <a:pt x="4340" y="11103"/>
                  </a:lnTo>
                  <a:cubicBezTo>
                    <a:pt x="4217" y="11103"/>
                    <a:pt x="4094" y="11196"/>
                    <a:pt x="4094" y="11349"/>
                  </a:cubicBezTo>
                  <a:cubicBezTo>
                    <a:pt x="4094" y="11472"/>
                    <a:pt x="4217" y="11595"/>
                    <a:pt x="4340" y="11595"/>
                  </a:cubicBezTo>
                  <a:lnTo>
                    <a:pt x="6589" y="11595"/>
                  </a:lnTo>
                  <a:cubicBezTo>
                    <a:pt x="5879" y="12428"/>
                    <a:pt x="5448" y="13474"/>
                    <a:pt x="5357" y="14551"/>
                  </a:cubicBezTo>
                  <a:cubicBezTo>
                    <a:pt x="5325" y="14706"/>
                    <a:pt x="5448" y="14829"/>
                    <a:pt x="5572" y="14829"/>
                  </a:cubicBezTo>
                  <a:lnTo>
                    <a:pt x="5604" y="14829"/>
                  </a:lnTo>
                  <a:cubicBezTo>
                    <a:pt x="5727" y="14829"/>
                    <a:pt x="5818" y="14735"/>
                    <a:pt x="5850" y="14612"/>
                  </a:cubicBezTo>
                  <a:cubicBezTo>
                    <a:pt x="6028" y="12211"/>
                    <a:pt x="8035" y="10294"/>
                    <a:pt x="10466" y="10294"/>
                  </a:cubicBezTo>
                  <a:cubicBezTo>
                    <a:pt x="10558" y="10294"/>
                    <a:pt x="10650" y="10297"/>
                    <a:pt x="10744" y="10302"/>
                  </a:cubicBezTo>
                  <a:cubicBezTo>
                    <a:pt x="13145" y="10396"/>
                    <a:pt x="15085" y="12366"/>
                    <a:pt x="15177" y="14797"/>
                  </a:cubicBezTo>
                  <a:cubicBezTo>
                    <a:pt x="15270" y="17445"/>
                    <a:pt x="13145" y="19632"/>
                    <a:pt x="10497" y="19632"/>
                  </a:cubicBezTo>
                  <a:cubicBezTo>
                    <a:pt x="8374" y="19632"/>
                    <a:pt x="6527" y="18215"/>
                    <a:pt x="5973" y="16152"/>
                  </a:cubicBezTo>
                  <a:cubicBezTo>
                    <a:pt x="5948" y="16056"/>
                    <a:pt x="5868" y="15979"/>
                    <a:pt x="5775" y="15979"/>
                  </a:cubicBezTo>
                  <a:cubicBezTo>
                    <a:pt x="5749" y="15979"/>
                    <a:pt x="5722" y="15985"/>
                    <a:pt x="5695" y="15999"/>
                  </a:cubicBezTo>
                  <a:cubicBezTo>
                    <a:pt x="5542" y="16028"/>
                    <a:pt x="5480" y="16152"/>
                    <a:pt x="5510" y="16275"/>
                  </a:cubicBezTo>
                  <a:cubicBezTo>
                    <a:pt x="5665" y="16829"/>
                    <a:pt x="5879" y="17353"/>
                    <a:pt x="6219" y="17814"/>
                  </a:cubicBezTo>
                  <a:lnTo>
                    <a:pt x="5542" y="18339"/>
                  </a:lnTo>
                  <a:cubicBezTo>
                    <a:pt x="5142" y="18061"/>
                    <a:pt x="4680" y="17923"/>
                    <a:pt x="4218" y="17923"/>
                  </a:cubicBezTo>
                  <a:cubicBezTo>
                    <a:pt x="3756" y="17923"/>
                    <a:pt x="3295" y="18061"/>
                    <a:pt x="2895" y="18339"/>
                  </a:cubicBezTo>
                  <a:cubicBezTo>
                    <a:pt x="2501" y="18065"/>
                    <a:pt x="2033" y="17934"/>
                    <a:pt x="1568" y="17934"/>
                  </a:cubicBezTo>
                  <a:cubicBezTo>
                    <a:pt x="1194" y="17934"/>
                    <a:pt x="822" y="18019"/>
                    <a:pt x="493" y="18183"/>
                  </a:cubicBezTo>
                  <a:lnTo>
                    <a:pt x="493" y="697"/>
                  </a:lnTo>
                  <a:cubicBezTo>
                    <a:pt x="831" y="881"/>
                    <a:pt x="1213" y="973"/>
                    <a:pt x="1596" y="973"/>
                  </a:cubicBezTo>
                  <a:cubicBezTo>
                    <a:pt x="2052" y="973"/>
                    <a:pt x="2509" y="842"/>
                    <a:pt x="2895" y="574"/>
                  </a:cubicBezTo>
                  <a:cubicBezTo>
                    <a:pt x="3295" y="836"/>
                    <a:pt x="3764" y="968"/>
                    <a:pt x="4233" y="968"/>
                  </a:cubicBezTo>
                  <a:cubicBezTo>
                    <a:pt x="4702" y="968"/>
                    <a:pt x="5171" y="836"/>
                    <a:pt x="5572" y="574"/>
                  </a:cubicBezTo>
                  <a:cubicBezTo>
                    <a:pt x="5972" y="836"/>
                    <a:pt x="6434" y="968"/>
                    <a:pt x="6895" y="968"/>
                  </a:cubicBezTo>
                  <a:cubicBezTo>
                    <a:pt x="7357" y="968"/>
                    <a:pt x="7819" y="836"/>
                    <a:pt x="8219" y="574"/>
                  </a:cubicBezTo>
                  <a:close/>
                  <a:moveTo>
                    <a:pt x="235" y="1"/>
                  </a:moveTo>
                  <a:cubicBezTo>
                    <a:pt x="199" y="1"/>
                    <a:pt x="161" y="8"/>
                    <a:pt x="124" y="20"/>
                  </a:cubicBezTo>
                  <a:cubicBezTo>
                    <a:pt x="30" y="82"/>
                    <a:pt x="1" y="175"/>
                    <a:pt x="1" y="266"/>
                  </a:cubicBezTo>
                  <a:lnTo>
                    <a:pt x="1" y="18646"/>
                  </a:lnTo>
                  <a:cubicBezTo>
                    <a:pt x="1" y="18738"/>
                    <a:pt x="62" y="18831"/>
                    <a:pt x="124" y="18861"/>
                  </a:cubicBezTo>
                  <a:cubicBezTo>
                    <a:pt x="159" y="18884"/>
                    <a:pt x="195" y="18895"/>
                    <a:pt x="230" y="18895"/>
                  </a:cubicBezTo>
                  <a:cubicBezTo>
                    <a:pt x="287" y="18895"/>
                    <a:pt x="344" y="18869"/>
                    <a:pt x="400" y="18831"/>
                  </a:cubicBezTo>
                  <a:cubicBezTo>
                    <a:pt x="738" y="18554"/>
                    <a:pt x="1154" y="18415"/>
                    <a:pt x="1570" y="18415"/>
                  </a:cubicBezTo>
                  <a:cubicBezTo>
                    <a:pt x="1985" y="18415"/>
                    <a:pt x="2401" y="18554"/>
                    <a:pt x="2739" y="18831"/>
                  </a:cubicBezTo>
                  <a:cubicBezTo>
                    <a:pt x="2739" y="18861"/>
                    <a:pt x="2771" y="18861"/>
                    <a:pt x="2771" y="18861"/>
                  </a:cubicBezTo>
                  <a:cubicBezTo>
                    <a:pt x="2812" y="18888"/>
                    <a:pt x="2854" y="18904"/>
                    <a:pt x="2896" y="18904"/>
                  </a:cubicBezTo>
                  <a:cubicBezTo>
                    <a:pt x="2946" y="18904"/>
                    <a:pt x="2997" y="18881"/>
                    <a:pt x="3047" y="18831"/>
                  </a:cubicBezTo>
                  <a:cubicBezTo>
                    <a:pt x="3386" y="18554"/>
                    <a:pt x="3801" y="18415"/>
                    <a:pt x="4221" y="18415"/>
                  </a:cubicBezTo>
                  <a:cubicBezTo>
                    <a:pt x="4641" y="18415"/>
                    <a:pt x="5064" y="18554"/>
                    <a:pt x="5419" y="18831"/>
                  </a:cubicBezTo>
                  <a:cubicBezTo>
                    <a:pt x="5464" y="18877"/>
                    <a:pt x="5518" y="18899"/>
                    <a:pt x="5572" y="18899"/>
                  </a:cubicBezTo>
                  <a:cubicBezTo>
                    <a:pt x="5626" y="18899"/>
                    <a:pt x="5680" y="18877"/>
                    <a:pt x="5727" y="18831"/>
                  </a:cubicBezTo>
                  <a:lnTo>
                    <a:pt x="6495" y="18215"/>
                  </a:lnTo>
                  <a:cubicBezTo>
                    <a:pt x="7511" y="19476"/>
                    <a:pt x="9004" y="20129"/>
                    <a:pt x="10512" y="20129"/>
                  </a:cubicBezTo>
                  <a:cubicBezTo>
                    <a:pt x="11654" y="20129"/>
                    <a:pt x="12805" y="19754"/>
                    <a:pt x="13760" y="18984"/>
                  </a:cubicBezTo>
                  <a:cubicBezTo>
                    <a:pt x="14992" y="17999"/>
                    <a:pt x="15701" y="16491"/>
                    <a:pt x="15669" y="14920"/>
                  </a:cubicBezTo>
                  <a:cubicBezTo>
                    <a:pt x="15640" y="12305"/>
                    <a:pt x="13669" y="10118"/>
                    <a:pt x="11113" y="9842"/>
                  </a:cubicBezTo>
                  <a:lnTo>
                    <a:pt x="11113" y="266"/>
                  </a:lnTo>
                  <a:cubicBezTo>
                    <a:pt x="11113" y="114"/>
                    <a:pt x="11022" y="20"/>
                    <a:pt x="10899" y="20"/>
                  </a:cubicBezTo>
                  <a:cubicBezTo>
                    <a:pt x="10837" y="20"/>
                    <a:pt x="10776" y="20"/>
                    <a:pt x="10744" y="52"/>
                  </a:cubicBezTo>
                  <a:cubicBezTo>
                    <a:pt x="10390" y="329"/>
                    <a:pt x="9975" y="468"/>
                    <a:pt x="9559" y="468"/>
                  </a:cubicBezTo>
                  <a:cubicBezTo>
                    <a:pt x="9143" y="468"/>
                    <a:pt x="8728" y="329"/>
                    <a:pt x="8374" y="52"/>
                  </a:cubicBezTo>
                  <a:cubicBezTo>
                    <a:pt x="8327" y="21"/>
                    <a:pt x="8273" y="6"/>
                    <a:pt x="8219" y="6"/>
                  </a:cubicBezTo>
                  <a:cubicBezTo>
                    <a:pt x="8166" y="6"/>
                    <a:pt x="8112" y="21"/>
                    <a:pt x="8066" y="52"/>
                  </a:cubicBezTo>
                  <a:cubicBezTo>
                    <a:pt x="7728" y="329"/>
                    <a:pt x="7312" y="468"/>
                    <a:pt x="6897" y="468"/>
                  </a:cubicBezTo>
                  <a:cubicBezTo>
                    <a:pt x="6481" y="468"/>
                    <a:pt x="6065" y="329"/>
                    <a:pt x="5727" y="52"/>
                  </a:cubicBezTo>
                  <a:lnTo>
                    <a:pt x="5695" y="52"/>
                  </a:lnTo>
                  <a:cubicBezTo>
                    <a:pt x="5649" y="21"/>
                    <a:pt x="5596" y="6"/>
                    <a:pt x="5546" y="6"/>
                  </a:cubicBezTo>
                  <a:cubicBezTo>
                    <a:pt x="5496" y="6"/>
                    <a:pt x="5450" y="21"/>
                    <a:pt x="5419" y="52"/>
                  </a:cubicBezTo>
                  <a:cubicBezTo>
                    <a:pt x="5064" y="329"/>
                    <a:pt x="4641" y="468"/>
                    <a:pt x="4221" y="468"/>
                  </a:cubicBezTo>
                  <a:cubicBezTo>
                    <a:pt x="3801" y="468"/>
                    <a:pt x="3386" y="329"/>
                    <a:pt x="3047" y="52"/>
                  </a:cubicBezTo>
                  <a:lnTo>
                    <a:pt x="3018" y="52"/>
                  </a:lnTo>
                  <a:cubicBezTo>
                    <a:pt x="2971" y="21"/>
                    <a:pt x="2925" y="6"/>
                    <a:pt x="2878" y="6"/>
                  </a:cubicBezTo>
                  <a:cubicBezTo>
                    <a:pt x="2832" y="6"/>
                    <a:pt x="2786" y="21"/>
                    <a:pt x="2739" y="52"/>
                  </a:cubicBezTo>
                  <a:cubicBezTo>
                    <a:pt x="2401" y="329"/>
                    <a:pt x="1985" y="468"/>
                    <a:pt x="1566" y="468"/>
                  </a:cubicBezTo>
                  <a:cubicBezTo>
                    <a:pt x="1147" y="468"/>
                    <a:pt x="724" y="329"/>
                    <a:pt x="370" y="52"/>
                  </a:cubicBezTo>
                  <a:cubicBezTo>
                    <a:pt x="334" y="16"/>
                    <a:pt x="286" y="1"/>
                    <a:pt x="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64"/>
            <p:cNvSpPr/>
            <p:nvPr/>
          </p:nvSpPr>
          <p:spPr>
            <a:xfrm>
              <a:off x="7018989" y="2490962"/>
              <a:ext cx="254683" cy="14940"/>
            </a:xfrm>
            <a:custGeom>
              <a:rect b="b" l="l" r="r" t="t"/>
              <a:pathLst>
                <a:path extrusionOk="0" h="493" w="8404">
                  <a:moveTo>
                    <a:pt x="247" y="0"/>
                  </a:moveTo>
                  <a:cubicBezTo>
                    <a:pt x="123" y="0"/>
                    <a:pt x="0" y="123"/>
                    <a:pt x="0" y="246"/>
                  </a:cubicBezTo>
                  <a:cubicBezTo>
                    <a:pt x="0" y="402"/>
                    <a:pt x="123" y="493"/>
                    <a:pt x="247" y="493"/>
                  </a:cubicBezTo>
                  <a:lnTo>
                    <a:pt x="8157" y="493"/>
                  </a:lnTo>
                  <a:cubicBezTo>
                    <a:pt x="8280" y="493"/>
                    <a:pt x="8403" y="402"/>
                    <a:pt x="8403" y="246"/>
                  </a:cubicBezTo>
                  <a:cubicBezTo>
                    <a:pt x="8403" y="123"/>
                    <a:pt x="8280" y="0"/>
                    <a:pt x="8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64"/>
            <p:cNvSpPr/>
            <p:nvPr/>
          </p:nvSpPr>
          <p:spPr>
            <a:xfrm>
              <a:off x="7018989" y="2453626"/>
              <a:ext cx="254683" cy="14971"/>
            </a:xfrm>
            <a:custGeom>
              <a:rect b="b" l="l" r="r" t="t"/>
              <a:pathLst>
                <a:path extrusionOk="0" h="494" w="8404">
                  <a:moveTo>
                    <a:pt x="247" y="1"/>
                  </a:moveTo>
                  <a:cubicBezTo>
                    <a:pt x="123" y="1"/>
                    <a:pt x="0" y="124"/>
                    <a:pt x="0" y="247"/>
                  </a:cubicBezTo>
                  <a:cubicBezTo>
                    <a:pt x="0" y="402"/>
                    <a:pt x="123" y="493"/>
                    <a:pt x="247" y="493"/>
                  </a:cubicBezTo>
                  <a:lnTo>
                    <a:pt x="8157" y="493"/>
                  </a:lnTo>
                  <a:cubicBezTo>
                    <a:pt x="8280" y="493"/>
                    <a:pt x="8403" y="402"/>
                    <a:pt x="8403" y="247"/>
                  </a:cubicBezTo>
                  <a:cubicBezTo>
                    <a:pt x="8403" y="124"/>
                    <a:pt x="8280" y="1"/>
                    <a:pt x="8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64"/>
            <p:cNvSpPr/>
            <p:nvPr/>
          </p:nvSpPr>
          <p:spPr>
            <a:xfrm>
              <a:off x="6948075" y="2449899"/>
              <a:ext cx="14971" cy="197831"/>
            </a:xfrm>
            <a:custGeom>
              <a:rect b="b" l="l" r="r" t="t"/>
              <a:pathLst>
                <a:path extrusionOk="0" h="6528" w="494">
                  <a:moveTo>
                    <a:pt x="247" y="1"/>
                  </a:moveTo>
                  <a:cubicBezTo>
                    <a:pt x="92" y="1"/>
                    <a:pt x="1" y="124"/>
                    <a:pt x="1" y="247"/>
                  </a:cubicBezTo>
                  <a:lnTo>
                    <a:pt x="1" y="6281"/>
                  </a:lnTo>
                  <a:cubicBezTo>
                    <a:pt x="1" y="6404"/>
                    <a:pt x="92" y="6527"/>
                    <a:pt x="247" y="6527"/>
                  </a:cubicBezTo>
                  <a:cubicBezTo>
                    <a:pt x="370" y="6527"/>
                    <a:pt x="493" y="6404"/>
                    <a:pt x="493" y="6281"/>
                  </a:cubicBezTo>
                  <a:lnTo>
                    <a:pt x="493" y="247"/>
                  </a:lnTo>
                  <a:cubicBezTo>
                    <a:pt x="493" y="124"/>
                    <a:pt x="370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64"/>
            <p:cNvSpPr/>
            <p:nvPr/>
          </p:nvSpPr>
          <p:spPr>
            <a:xfrm>
              <a:off x="6948075" y="2423776"/>
              <a:ext cx="14971" cy="19668"/>
            </a:xfrm>
            <a:custGeom>
              <a:rect b="b" l="l" r="r" t="t"/>
              <a:pathLst>
                <a:path extrusionOk="0" h="649" w="494">
                  <a:moveTo>
                    <a:pt x="247" y="1"/>
                  </a:moveTo>
                  <a:cubicBezTo>
                    <a:pt x="92" y="1"/>
                    <a:pt x="1" y="124"/>
                    <a:pt x="1" y="247"/>
                  </a:cubicBezTo>
                  <a:lnTo>
                    <a:pt x="1" y="402"/>
                  </a:lnTo>
                  <a:cubicBezTo>
                    <a:pt x="1" y="525"/>
                    <a:pt x="92" y="648"/>
                    <a:pt x="247" y="648"/>
                  </a:cubicBezTo>
                  <a:cubicBezTo>
                    <a:pt x="370" y="648"/>
                    <a:pt x="493" y="525"/>
                    <a:pt x="493" y="402"/>
                  </a:cubicBezTo>
                  <a:lnTo>
                    <a:pt x="493" y="247"/>
                  </a:lnTo>
                  <a:cubicBezTo>
                    <a:pt x="493" y="124"/>
                    <a:pt x="370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4"/>
            <p:cNvSpPr/>
            <p:nvPr/>
          </p:nvSpPr>
          <p:spPr>
            <a:xfrm>
              <a:off x="7216759" y="2729796"/>
              <a:ext cx="149313" cy="147434"/>
            </a:xfrm>
            <a:custGeom>
              <a:rect b="b" l="l" r="r" t="t"/>
              <a:pathLst>
                <a:path extrusionOk="0" h="4865" w="4927">
                  <a:moveTo>
                    <a:pt x="2924" y="493"/>
                  </a:moveTo>
                  <a:lnTo>
                    <a:pt x="2924" y="1818"/>
                  </a:lnTo>
                  <a:cubicBezTo>
                    <a:pt x="2924" y="1941"/>
                    <a:pt x="3047" y="2094"/>
                    <a:pt x="3202" y="2094"/>
                  </a:cubicBezTo>
                  <a:lnTo>
                    <a:pt x="4434" y="2094"/>
                  </a:lnTo>
                  <a:lnTo>
                    <a:pt x="4434" y="2709"/>
                  </a:lnTo>
                  <a:lnTo>
                    <a:pt x="3202" y="2709"/>
                  </a:lnTo>
                  <a:cubicBezTo>
                    <a:pt x="3047" y="2709"/>
                    <a:pt x="2924" y="2803"/>
                    <a:pt x="2924" y="2926"/>
                  </a:cubicBezTo>
                  <a:lnTo>
                    <a:pt x="2924" y="4372"/>
                  </a:lnTo>
                  <a:lnTo>
                    <a:pt x="2001" y="4372"/>
                  </a:lnTo>
                  <a:lnTo>
                    <a:pt x="2001" y="2926"/>
                  </a:lnTo>
                  <a:cubicBezTo>
                    <a:pt x="2001" y="2803"/>
                    <a:pt x="1939" y="2709"/>
                    <a:pt x="1816" y="2709"/>
                  </a:cubicBezTo>
                  <a:lnTo>
                    <a:pt x="493" y="2709"/>
                  </a:lnTo>
                  <a:lnTo>
                    <a:pt x="493" y="2094"/>
                  </a:lnTo>
                  <a:lnTo>
                    <a:pt x="1816" y="2094"/>
                  </a:lnTo>
                  <a:cubicBezTo>
                    <a:pt x="1939" y="2094"/>
                    <a:pt x="2001" y="1941"/>
                    <a:pt x="2001" y="1818"/>
                  </a:cubicBezTo>
                  <a:lnTo>
                    <a:pt x="2001" y="493"/>
                  </a:lnTo>
                  <a:close/>
                  <a:moveTo>
                    <a:pt x="1816" y="0"/>
                  </a:moveTo>
                  <a:cubicBezTo>
                    <a:pt x="1663" y="0"/>
                    <a:pt x="1508" y="94"/>
                    <a:pt x="1508" y="217"/>
                  </a:cubicBezTo>
                  <a:lnTo>
                    <a:pt x="1508" y="1601"/>
                  </a:lnTo>
                  <a:lnTo>
                    <a:pt x="277" y="1601"/>
                  </a:lnTo>
                  <a:cubicBezTo>
                    <a:pt x="153" y="1601"/>
                    <a:pt x="1" y="1695"/>
                    <a:pt x="1" y="1818"/>
                  </a:cubicBezTo>
                  <a:lnTo>
                    <a:pt x="1" y="2926"/>
                  </a:lnTo>
                  <a:cubicBezTo>
                    <a:pt x="1" y="3049"/>
                    <a:pt x="153" y="3202"/>
                    <a:pt x="277" y="3202"/>
                  </a:cubicBezTo>
                  <a:lnTo>
                    <a:pt x="1508" y="3202"/>
                  </a:lnTo>
                  <a:lnTo>
                    <a:pt x="1508" y="4556"/>
                  </a:lnTo>
                  <a:cubicBezTo>
                    <a:pt x="1508" y="4712"/>
                    <a:pt x="1663" y="4864"/>
                    <a:pt x="1816" y="4864"/>
                  </a:cubicBezTo>
                  <a:lnTo>
                    <a:pt x="3202" y="4864"/>
                  </a:lnTo>
                  <a:cubicBezTo>
                    <a:pt x="3326" y="4864"/>
                    <a:pt x="3417" y="4712"/>
                    <a:pt x="3417" y="4556"/>
                  </a:cubicBezTo>
                  <a:lnTo>
                    <a:pt x="3417" y="3202"/>
                  </a:lnTo>
                  <a:lnTo>
                    <a:pt x="4710" y="3202"/>
                  </a:lnTo>
                  <a:cubicBezTo>
                    <a:pt x="4865" y="3202"/>
                    <a:pt x="4926" y="3049"/>
                    <a:pt x="4926" y="2926"/>
                  </a:cubicBezTo>
                  <a:lnTo>
                    <a:pt x="4926" y="1818"/>
                  </a:lnTo>
                  <a:cubicBezTo>
                    <a:pt x="4926" y="1695"/>
                    <a:pt x="4865" y="1601"/>
                    <a:pt x="4710" y="1601"/>
                  </a:cubicBezTo>
                  <a:lnTo>
                    <a:pt x="3417" y="1601"/>
                  </a:lnTo>
                  <a:lnTo>
                    <a:pt x="3417" y="217"/>
                  </a:lnTo>
                  <a:cubicBezTo>
                    <a:pt x="3417" y="94"/>
                    <a:pt x="3326" y="0"/>
                    <a:pt x="3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65" name="Google Shape;86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2700" y="1251499"/>
            <a:ext cx="3567855" cy="364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65"/>
          <p:cNvSpPr txBox="1"/>
          <p:nvPr>
            <p:ph type="title"/>
          </p:nvPr>
        </p:nvSpPr>
        <p:spPr>
          <a:xfrm>
            <a:off x="449150" y="539500"/>
            <a:ext cx="78144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Arquitetura Física (Componentes e Deployment UML)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1" name="Google Shape;871;p65"/>
          <p:cNvGrpSpPr/>
          <p:nvPr/>
        </p:nvGrpSpPr>
        <p:grpSpPr>
          <a:xfrm>
            <a:off x="6948075" y="2342952"/>
            <a:ext cx="505700" cy="610009"/>
            <a:chOff x="6948075" y="2342952"/>
            <a:chExt cx="505700" cy="610009"/>
          </a:xfrm>
        </p:grpSpPr>
        <p:sp>
          <p:nvSpPr>
            <p:cNvPr id="872" name="Google Shape;872;p65"/>
            <p:cNvSpPr/>
            <p:nvPr/>
          </p:nvSpPr>
          <p:spPr>
            <a:xfrm>
              <a:off x="7018989" y="2415412"/>
              <a:ext cx="254683" cy="14971"/>
            </a:xfrm>
            <a:custGeom>
              <a:rect b="b" l="l" r="r" t="t"/>
              <a:pathLst>
                <a:path extrusionOk="0" h="494" w="8404">
                  <a:moveTo>
                    <a:pt x="247" y="1"/>
                  </a:moveTo>
                  <a:cubicBezTo>
                    <a:pt x="123" y="1"/>
                    <a:pt x="0" y="124"/>
                    <a:pt x="0" y="247"/>
                  </a:cubicBezTo>
                  <a:cubicBezTo>
                    <a:pt x="0" y="370"/>
                    <a:pt x="123" y="493"/>
                    <a:pt x="247" y="493"/>
                  </a:cubicBezTo>
                  <a:lnTo>
                    <a:pt x="8157" y="493"/>
                  </a:lnTo>
                  <a:cubicBezTo>
                    <a:pt x="8280" y="493"/>
                    <a:pt x="8403" y="370"/>
                    <a:pt x="8403" y="247"/>
                  </a:cubicBezTo>
                  <a:cubicBezTo>
                    <a:pt x="8403" y="124"/>
                    <a:pt x="8280" y="1"/>
                    <a:pt x="8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65"/>
            <p:cNvSpPr/>
            <p:nvPr/>
          </p:nvSpPr>
          <p:spPr>
            <a:xfrm>
              <a:off x="7018989" y="2604758"/>
              <a:ext cx="17698" cy="14971"/>
            </a:xfrm>
            <a:custGeom>
              <a:rect b="b" l="l" r="r" t="t"/>
              <a:pathLst>
                <a:path extrusionOk="0" h="494" w="584">
                  <a:moveTo>
                    <a:pt x="247" y="1"/>
                  </a:moveTo>
                  <a:cubicBezTo>
                    <a:pt x="123" y="1"/>
                    <a:pt x="0" y="94"/>
                    <a:pt x="0" y="247"/>
                  </a:cubicBezTo>
                  <a:cubicBezTo>
                    <a:pt x="0" y="370"/>
                    <a:pt x="123" y="493"/>
                    <a:pt x="247" y="493"/>
                  </a:cubicBezTo>
                  <a:lnTo>
                    <a:pt x="338" y="493"/>
                  </a:lnTo>
                  <a:cubicBezTo>
                    <a:pt x="493" y="493"/>
                    <a:pt x="584" y="370"/>
                    <a:pt x="584" y="247"/>
                  </a:cubicBezTo>
                  <a:cubicBezTo>
                    <a:pt x="584" y="94"/>
                    <a:pt x="493" y="1"/>
                    <a:pt x="3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65"/>
            <p:cNvSpPr/>
            <p:nvPr/>
          </p:nvSpPr>
          <p:spPr>
            <a:xfrm>
              <a:off x="7050688" y="2604758"/>
              <a:ext cx="37366" cy="14971"/>
            </a:xfrm>
            <a:custGeom>
              <a:rect b="b" l="l" r="r" t="t"/>
              <a:pathLst>
                <a:path extrusionOk="0" h="494" w="1233">
                  <a:moveTo>
                    <a:pt x="247" y="1"/>
                  </a:moveTo>
                  <a:cubicBezTo>
                    <a:pt x="124" y="1"/>
                    <a:pt x="1" y="94"/>
                    <a:pt x="1" y="247"/>
                  </a:cubicBezTo>
                  <a:cubicBezTo>
                    <a:pt x="1" y="370"/>
                    <a:pt x="124" y="493"/>
                    <a:pt x="247" y="493"/>
                  </a:cubicBezTo>
                  <a:lnTo>
                    <a:pt x="986" y="493"/>
                  </a:lnTo>
                  <a:cubicBezTo>
                    <a:pt x="1109" y="493"/>
                    <a:pt x="1232" y="370"/>
                    <a:pt x="1232" y="247"/>
                  </a:cubicBezTo>
                  <a:cubicBezTo>
                    <a:pt x="1232" y="94"/>
                    <a:pt x="1109" y="1"/>
                    <a:pt x="9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65"/>
            <p:cNvSpPr/>
            <p:nvPr/>
          </p:nvSpPr>
          <p:spPr>
            <a:xfrm>
              <a:off x="7101964" y="2604758"/>
              <a:ext cx="171708" cy="14971"/>
            </a:xfrm>
            <a:custGeom>
              <a:rect b="b" l="l" r="r" t="t"/>
              <a:pathLst>
                <a:path extrusionOk="0" h="494" w="5666">
                  <a:moveTo>
                    <a:pt x="247" y="1"/>
                  </a:moveTo>
                  <a:cubicBezTo>
                    <a:pt x="124" y="1"/>
                    <a:pt x="1" y="94"/>
                    <a:pt x="1" y="247"/>
                  </a:cubicBezTo>
                  <a:cubicBezTo>
                    <a:pt x="1" y="370"/>
                    <a:pt x="124" y="493"/>
                    <a:pt x="247" y="493"/>
                  </a:cubicBezTo>
                  <a:lnTo>
                    <a:pt x="5419" y="493"/>
                  </a:lnTo>
                  <a:cubicBezTo>
                    <a:pt x="5542" y="493"/>
                    <a:pt x="5665" y="370"/>
                    <a:pt x="5665" y="247"/>
                  </a:cubicBezTo>
                  <a:cubicBezTo>
                    <a:pt x="5665" y="94"/>
                    <a:pt x="5542" y="1"/>
                    <a:pt x="54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65"/>
            <p:cNvSpPr/>
            <p:nvPr/>
          </p:nvSpPr>
          <p:spPr>
            <a:xfrm>
              <a:off x="7018989" y="2543208"/>
              <a:ext cx="17698" cy="14940"/>
            </a:xfrm>
            <a:custGeom>
              <a:rect b="b" l="l" r="r" t="t"/>
              <a:pathLst>
                <a:path extrusionOk="0" h="493" w="584">
                  <a:moveTo>
                    <a:pt x="247" y="0"/>
                  </a:moveTo>
                  <a:cubicBezTo>
                    <a:pt x="123" y="0"/>
                    <a:pt x="0" y="123"/>
                    <a:pt x="0" y="246"/>
                  </a:cubicBezTo>
                  <a:cubicBezTo>
                    <a:pt x="0" y="402"/>
                    <a:pt x="123" y="493"/>
                    <a:pt x="247" y="493"/>
                  </a:cubicBezTo>
                  <a:lnTo>
                    <a:pt x="338" y="493"/>
                  </a:lnTo>
                  <a:cubicBezTo>
                    <a:pt x="493" y="493"/>
                    <a:pt x="584" y="402"/>
                    <a:pt x="584" y="246"/>
                  </a:cubicBezTo>
                  <a:cubicBezTo>
                    <a:pt x="584" y="123"/>
                    <a:pt x="493" y="0"/>
                    <a:pt x="3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65"/>
            <p:cNvSpPr/>
            <p:nvPr/>
          </p:nvSpPr>
          <p:spPr>
            <a:xfrm>
              <a:off x="7050688" y="2543208"/>
              <a:ext cx="37366" cy="14940"/>
            </a:xfrm>
            <a:custGeom>
              <a:rect b="b" l="l" r="r" t="t"/>
              <a:pathLst>
                <a:path extrusionOk="0" h="493" w="1233">
                  <a:moveTo>
                    <a:pt x="247" y="0"/>
                  </a:moveTo>
                  <a:cubicBezTo>
                    <a:pt x="124" y="0"/>
                    <a:pt x="1" y="123"/>
                    <a:pt x="1" y="246"/>
                  </a:cubicBezTo>
                  <a:cubicBezTo>
                    <a:pt x="1" y="402"/>
                    <a:pt x="124" y="493"/>
                    <a:pt x="247" y="493"/>
                  </a:cubicBezTo>
                  <a:lnTo>
                    <a:pt x="986" y="493"/>
                  </a:lnTo>
                  <a:cubicBezTo>
                    <a:pt x="1109" y="493"/>
                    <a:pt x="1232" y="402"/>
                    <a:pt x="1232" y="246"/>
                  </a:cubicBezTo>
                  <a:cubicBezTo>
                    <a:pt x="1232" y="123"/>
                    <a:pt x="1109" y="0"/>
                    <a:pt x="9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65"/>
            <p:cNvSpPr/>
            <p:nvPr/>
          </p:nvSpPr>
          <p:spPr>
            <a:xfrm>
              <a:off x="7101964" y="2543208"/>
              <a:ext cx="171708" cy="14940"/>
            </a:xfrm>
            <a:custGeom>
              <a:rect b="b" l="l" r="r" t="t"/>
              <a:pathLst>
                <a:path extrusionOk="0" h="493" w="5666">
                  <a:moveTo>
                    <a:pt x="247" y="0"/>
                  </a:moveTo>
                  <a:cubicBezTo>
                    <a:pt x="124" y="0"/>
                    <a:pt x="1" y="123"/>
                    <a:pt x="1" y="246"/>
                  </a:cubicBezTo>
                  <a:cubicBezTo>
                    <a:pt x="1" y="402"/>
                    <a:pt x="124" y="493"/>
                    <a:pt x="247" y="493"/>
                  </a:cubicBezTo>
                  <a:lnTo>
                    <a:pt x="5419" y="493"/>
                  </a:lnTo>
                  <a:cubicBezTo>
                    <a:pt x="5542" y="493"/>
                    <a:pt x="5665" y="402"/>
                    <a:pt x="5665" y="246"/>
                  </a:cubicBezTo>
                  <a:cubicBezTo>
                    <a:pt x="5665" y="123"/>
                    <a:pt x="5542" y="0"/>
                    <a:pt x="54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65"/>
            <p:cNvSpPr/>
            <p:nvPr/>
          </p:nvSpPr>
          <p:spPr>
            <a:xfrm>
              <a:off x="7018989" y="2679399"/>
              <a:ext cx="17698" cy="14971"/>
            </a:xfrm>
            <a:custGeom>
              <a:rect b="b" l="l" r="r" t="t"/>
              <a:pathLst>
                <a:path extrusionOk="0" h="494" w="584">
                  <a:moveTo>
                    <a:pt x="247" y="1"/>
                  </a:moveTo>
                  <a:cubicBezTo>
                    <a:pt x="123" y="1"/>
                    <a:pt x="0" y="94"/>
                    <a:pt x="0" y="247"/>
                  </a:cubicBezTo>
                  <a:cubicBezTo>
                    <a:pt x="0" y="370"/>
                    <a:pt x="123" y="493"/>
                    <a:pt x="247" y="493"/>
                  </a:cubicBezTo>
                  <a:lnTo>
                    <a:pt x="338" y="493"/>
                  </a:lnTo>
                  <a:cubicBezTo>
                    <a:pt x="493" y="493"/>
                    <a:pt x="584" y="370"/>
                    <a:pt x="584" y="247"/>
                  </a:cubicBezTo>
                  <a:cubicBezTo>
                    <a:pt x="584" y="94"/>
                    <a:pt x="493" y="1"/>
                    <a:pt x="3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65"/>
            <p:cNvSpPr/>
            <p:nvPr/>
          </p:nvSpPr>
          <p:spPr>
            <a:xfrm>
              <a:off x="7050688" y="2679399"/>
              <a:ext cx="37366" cy="14971"/>
            </a:xfrm>
            <a:custGeom>
              <a:rect b="b" l="l" r="r" t="t"/>
              <a:pathLst>
                <a:path extrusionOk="0" h="494" w="1233">
                  <a:moveTo>
                    <a:pt x="247" y="1"/>
                  </a:moveTo>
                  <a:cubicBezTo>
                    <a:pt x="124" y="1"/>
                    <a:pt x="1" y="94"/>
                    <a:pt x="1" y="247"/>
                  </a:cubicBezTo>
                  <a:cubicBezTo>
                    <a:pt x="1" y="370"/>
                    <a:pt x="124" y="493"/>
                    <a:pt x="247" y="493"/>
                  </a:cubicBezTo>
                  <a:lnTo>
                    <a:pt x="986" y="493"/>
                  </a:lnTo>
                  <a:cubicBezTo>
                    <a:pt x="1109" y="493"/>
                    <a:pt x="1232" y="370"/>
                    <a:pt x="1232" y="247"/>
                  </a:cubicBezTo>
                  <a:cubicBezTo>
                    <a:pt x="1232" y="94"/>
                    <a:pt x="1109" y="1"/>
                    <a:pt x="9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65"/>
            <p:cNvSpPr/>
            <p:nvPr/>
          </p:nvSpPr>
          <p:spPr>
            <a:xfrm>
              <a:off x="7020837" y="2725159"/>
              <a:ext cx="61610" cy="133403"/>
            </a:xfrm>
            <a:custGeom>
              <a:rect b="b" l="l" r="r" t="t"/>
              <a:pathLst>
                <a:path extrusionOk="0" h="4402" w="2033">
                  <a:moveTo>
                    <a:pt x="1015" y="0"/>
                  </a:moveTo>
                  <a:cubicBezTo>
                    <a:pt x="863" y="0"/>
                    <a:pt x="769" y="92"/>
                    <a:pt x="769" y="247"/>
                  </a:cubicBezTo>
                  <a:lnTo>
                    <a:pt x="769" y="431"/>
                  </a:lnTo>
                  <a:cubicBezTo>
                    <a:pt x="309" y="555"/>
                    <a:pt x="1" y="954"/>
                    <a:pt x="1" y="1417"/>
                  </a:cubicBezTo>
                  <a:cubicBezTo>
                    <a:pt x="1" y="1971"/>
                    <a:pt x="461" y="2431"/>
                    <a:pt x="1015" y="2431"/>
                  </a:cubicBezTo>
                  <a:cubicBezTo>
                    <a:pt x="1294" y="2431"/>
                    <a:pt x="1540" y="2648"/>
                    <a:pt x="1540" y="2956"/>
                  </a:cubicBezTo>
                  <a:cubicBezTo>
                    <a:pt x="1540" y="3232"/>
                    <a:pt x="1294" y="3478"/>
                    <a:pt x="1015" y="3478"/>
                  </a:cubicBezTo>
                  <a:cubicBezTo>
                    <a:pt x="708" y="3478"/>
                    <a:pt x="493" y="3232"/>
                    <a:pt x="493" y="2956"/>
                  </a:cubicBezTo>
                  <a:cubicBezTo>
                    <a:pt x="493" y="2801"/>
                    <a:pt x="370" y="2710"/>
                    <a:pt x="247" y="2710"/>
                  </a:cubicBezTo>
                  <a:cubicBezTo>
                    <a:pt x="92" y="2710"/>
                    <a:pt x="1" y="2801"/>
                    <a:pt x="1" y="2956"/>
                  </a:cubicBezTo>
                  <a:cubicBezTo>
                    <a:pt x="1" y="3416"/>
                    <a:pt x="309" y="3818"/>
                    <a:pt x="769" y="3941"/>
                  </a:cubicBezTo>
                  <a:lnTo>
                    <a:pt x="769" y="4155"/>
                  </a:lnTo>
                  <a:cubicBezTo>
                    <a:pt x="769" y="4310"/>
                    <a:pt x="863" y="4402"/>
                    <a:pt x="1015" y="4402"/>
                  </a:cubicBezTo>
                  <a:cubicBezTo>
                    <a:pt x="1139" y="4402"/>
                    <a:pt x="1262" y="4310"/>
                    <a:pt x="1262" y="4155"/>
                  </a:cubicBezTo>
                  <a:lnTo>
                    <a:pt x="1262" y="3941"/>
                  </a:lnTo>
                  <a:cubicBezTo>
                    <a:pt x="1693" y="3818"/>
                    <a:pt x="2033" y="3416"/>
                    <a:pt x="2001" y="2956"/>
                  </a:cubicBezTo>
                  <a:cubicBezTo>
                    <a:pt x="2001" y="2402"/>
                    <a:pt x="1570" y="1939"/>
                    <a:pt x="1015" y="1939"/>
                  </a:cubicBezTo>
                  <a:cubicBezTo>
                    <a:pt x="708" y="1939"/>
                    <a:pt x="493" y="1724"/>
                    <a:pt x="493" y="1417"/>
                  </a:cubicBezTo>
                  <a:cubicBezTo>
                    <a:pt x="493" y="1138"/>
                    <a:pt x="740" y="892"/>
                    <a:pt x="1015" y="892"/>
                  </a:cubicBezTo>
                  <a:cubicBezTo>
                    <a:pt x="1294" y="924"/>
                    <a:pt x="1540" y="1138"/>
                    <a:pt x="1540" y="1417"/>
                  </a:cubicBezTo>
                  <a:cubicBezTo>
                    <a:pt x="1508" y="1569"/>
                    <a:pt x="1631" y="1663"/>
                    <a:pt x="1754" y="1663"/>
                  </a:cubicBezTo>
                  <a:cubicBezTo>
                    <a:pt x="1909" y="1663"/>
                    <a:pt x="2001" y="1569"/>
                    <a:pt x="2001" y="1417"/>
                  </a:cubicBezTo>
                  <a:cubicBezTo>
                    <a:pt x="2033" y="954"/>
                    <a:pt x="1693" y="555"/>
                    <a:pt x="1262" y="431"/>
                  </a:cubicBezTo>
                  <a:lnTo>
                    <a:pt x="1262" y="247"/>
                  </a:lnTo>
                  <a:cubicBezTo>
                    <a:pt x="1262" y="92"/>
                    <a:pt x="1139" y="0"/>
                    <a:pt x="10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65"/>
            <p:cNvSpPr/>
            <p:nvPr/>
          </p:nvSpPr>
          <p:spPr>
            <a:xfrm>
              <a:off x="6977925" y="2342952"/>
              <a:ext cx="475849" cy="610009"/>
            </a:xfrm>
            <a:custGeom>
              <a:rect b="b" l="l" r="r" t="t"/>
              <a:pathLst>
                <a:path extrusionOk="0" h="20129" w="15702">
                  <a:moveTo>
                    <a:pt x="8219" y="574"/>
                  </a:moveTo>
                  <a:cubicBezTo>
                    <a:pt x="8621" y="842"/>
                    <a:pt x="9077" y="973"/>
                    <a:pt x="9528" y="973"/>
                  </a:cubicBezTo>
                  <a:cubicBezTo>
                    <a:pt x="9907" y="973"/>
                    <a:pt x="10283" y="881"/>
                    <a:pt x="10620" y="697"/>
                  </a:cubicBezTo>
                  <a:lnTo>
                    <a:pt x="10620" y="9780"/>
                  </a:lnTo>
                  <a:lnTo>
                    <a:pt x="10497" y="9780"/>
                  </a:lnTo>
                  <a:cubicBezTo>
                    <a:pt x="9236" y="9780"/>
                    <a:pt x="8034" y="10241"/>
                    <a:pt x="7081" y="11103"/>
                  </a:cubicBezTo>
                  <a:lnTo>
                    <a:pt x="4340" y="11103"/>
                  </a:lnTo>
                  <a:cubicBezTo>
                    <a:pt x="4217" y="11103"/>
                    <a:pt x="4094" y="11196"/>
                    <a:pt x="4094" y="11349"/>
                  </a:cubicBezTo>
                  <a:cubicBezTo>
                    <a:pt x="4094" y="11472"/>
                    <a:pt x="4217" y="11595"/>
                    <a:pt x="4340" y="11595"/>
                  </a:cubicBezTo>
                  <a:lnTo>
                    <a:pt x="6589" y="11595"/>
                  </a:lnTo>
                  <a:cubicBezTo>
                    <a:pt x="5879" y="12428"/>
                    <a:pt x="5448" y="13474"/>
                    <a:pt x="5357" y="14551"/>
                  </a:cubicBezTo>
                  <a:cubicBezTo>
                    <a:pt x="5325" y="14706"/>
                    <a:pt x="5448" y="14829"/>
                    <a:pt x="5572" y="14829"/>
                  </a:cubicBezTo>
                  <a:lnTo>
                    <a:pt x="5604" y="14829"/>
                  </a:lnTo>
                  <a:cubicBezTo>
                    <a:pt x="5727" y="14829"/>
                    <a:pt x="5818" y="14735"/>
                    <a:pt x="5850" y="14612"/>
                  </a:cubicBezTo>
                  <a:cubicBezTo>
                    <a:pt x="6028" y="12211"/>
                    <a:pt x="8035" y="10294"/>
                    <a:pt x="10466" y="10294"/>
                  </a:cubicBezTo>
                  <a:cubicBezTo>
                    <a:pt x="10558" y="10294"/>
                    <a:pt x="10650" y="10297"/>
                    <a:pt x="10744" y="10302"/>
                  </a:cubicBezTo>
                  <a:cubicBezTo>
                    <a:pt x="13145" y="10396"/>
                    <a:pt x="15085" y="12366"/>
                    <a:pt x="15177" y="14797"/>
                  </a:cubicBezTo>
                  <a:cubicBezTo>
                    <a:pt x="15270" y="17445"/>
                    <a:pt x="13145" y="19632"/>
                    <a:pt x="10497" y="19632"/>
                  </a:cubicBezTo>
                  <a:cubicBezTo>
                    <a:pt x="8374" y="19632"/>
                    <a:pt x="6527" y="18215"/>
                    <a:pt x="5973" y="16152"/>
                  </a:cubicBezTo>
                  <a:cubicBezTo>
                    <a:pt x="5948" y="16056"/>
                    <a:pt x="5868" y="15979"/>
                    <a:pt x="5775" y="15979"/>
                  </a:cubicBezTo>
                  <a:cubicBezTo>
                    <a:pt x="5749" y="15979"/>
                    <a:pt x="5722" y="15985"/>
                    <a:pt x="5695" y="15999"/>
                  </a:cubicBezTo>
                  <a:cubicBezTo>
                    <a:pt x="5542" y="16028"/>
                    <a:pt x="5480" y="16152"/>
                    <a:pt x="5510" y="16275"/>
                  </a:cubicBezTo>
                  <a:cubicBezTo>
                    <a:pt x="5665" y="16829"/>
                    <a:pt x="5879" y="17353"/>
                    <a:pt x="6219" y="17814"/>
                  </a:cubicBezTo>
                  <a:lnTo>
                    <a:pt x="5542" y="18339"/>
                  </a:lnTo>
                  <a:cubicBezTo>
                    <a:pt x="5142" y="18061"/>
                    <a:pt x="4680" y="17923"/>
                    <a:pt x="4218" y="17923"/>
                  </a:cubicBezTo>
                  <a:cubicBezTo>
                    <a:pt x="3756" y="17923"/>
                    <a:pt x="3295" y="18061"/>
                    <a:pt x="2895" y="18339"/>
                  </a:cubicBezTo>
                  <a:cubicBezTo>
                    <a:pt x="2501" y="18065"/>
                    <a:pt x="2033" y="17934"/>
                    <a:pt x="1568" y="17934"/>
                  </a:cubicBezTo>
                  <a:cubicBezTo>
                    <a:pt x="1194" y="17934"/>
                    <a:pt x="822" y="18019"/>
                    <a:pt x="493" y="18183"/>
                  </a:cubicBezTo>
                  <a:lnTo>
                    <a:pt x="493" y="697"/>
                  </a:lnTo>
                  <a:cubicBezTo>
                    <a:pt x="831" y="881"/>
                    <a:pt x="1213" y="973"/>
                    <a:pt x="1596" y="973"/>
                  </a:cubicBezTo>
                  <a:cubicBezTo>
                    <a:pt x="2052" y="973"/>
                    <a:pt x="2509" y="842"/>
                    <a:pt x="2895" y="574"/>
                  </a:cubicBezTo>
                  <a:cubicBezTo>
                    <a:pt x="3295" y="836"/>
                    <a:pt x="3764" y="968"/>
                    <a:pt x="4233" y="968"/>
                  </a:cubicBezTo>
                  <a:cubicBezTo>
                    <a:pt x="4702" y="968"/>
                    <a:pt x="5171" y="836"/>
                    <a:pt x="5572" y="574"/>
                  </a:cubicBezTo>
                  <a:cubicBezTo>
                    <a:pt x="5972" y="836"/>
                    <a:pt x="6434" y="968"/>
                    <a:pt x="6895" y="968"/>
                  </a:cubicBezTo>
                  <a:cubicBezTo>
                    <a:pt x="7357" y="968"/>
                    <a:pt x="7819" y="836"/>
                    <a:pt x="8219" y="574"/>
                  </a:cubicBezTo>
                  <a:close/>
                  <a:moveTo>
                    <a:pt x="235" y="1"/>
                  </a:moveTo>
                  <a:cubicBezTo>
                    <a:pt x="199" y="1"/>
                    <a:pt x="161" y="8"/>
                    <a:pt x="124" y="20"/>
                  </a:cubicBezTo>
                  <a:cubicBezTo>
                    <a:pt x="30" y="82"/>
                    <a:pt x="1" y="175"/>
                    <a:pt x="1" y="266"/>
                  </a:cubicBezTo>
                  <a:lnTo>
                    <a:pt x="1" y="18646"/>
                  </a:lnTo>
                  <a:cubicBezTo>
                    <a:pt x="1" y="18738"/>
                    <a:pt x="62" y="18831"/>
                    <a:pt x="124" y="18861"/>
                  </a:cubicBezTo>
                  <a:cubicBezTo>
                    <a:pt x="159" y="18884"/>
                    <a:pt x="195" y="18895"/>
                    <a:pt x="230" y="18895"/>
                  </a:cubicBezTo>
                  <a:cubicBezTo>
                    <a:pt x="287" y="18895"/>
                    <a:pt x="344" y="18869"/>
                    <a:pt x="400" y="18831"/>
                  </a:cubicBezTo>
                  <a:cubicBezTo>
                    <a:pt x="738" y="18554"/>
                    <a:pt x="1154" y="18415"/>
                    <a:pt x="1570" y="18415"/>
                  </a:cubicBezTo>
                  <a:cubicBezTo>
                    <a:pt x="1985" y="18415"/>
                    <a:pt x="2401" y="18554"/>
                    <a:pt x="2739" y="18831"/>
                  </a:cubicBezTo>
                  <a:cubicBezTo>
                    <a:pt x="2739" y="18861"/>
                    <a:pt x="2771" y="18861"/>
                    <a:pt x="2771" y="18861"/>
                  </a:cubicBezTo>
                  <a:cubicBezTo>
                    <a:pt x="2812" y="18888"/>
                    <a:pt x="2854" y="18904"/>
                    <a:pt x="2896" y="18904"/>
                  </a:cubicBezTo>
                  <a:cubicBezTo>
                    <a:pt x="2946" y="18904"/>
                    <a:pt x="2997" y="18881"/>
                    <a:pt x="3047" y="18831"/>
                  </a:cubicBezTo>
                  <a:cubicBezTo>
                    <a:pt x="3386" y="18554"/>
                    <a:pt x="3801" y="18415"/>
                    <a:pt x="4221" y="18415"/>
                  </a:cubicBezTo>
                  <a:cubicBezTo>
                    <a:pt x="4641" y="18415"/>
                    <a:pt x="5064" y="18554"/>
                    <a:pt x="5419" y="18831"/>
                  </a:cubicBezTo>
                  <a:cubicBezTo>
                    <a:pt x="5464" y="18877"/>
                    <a:pt x="5518" y="18899"/>
                    <a:pt x="5572" y="18899"/>
                  </a:cubicBezTo>
                  <a:cubicBezTo>
                    <a:pt x="5626" y="18899"/>
                    <a:pt x="5680" y="18877"/>
                    <a:pt x="5727" y="18831"/>
                  </a:cubicBezTo>
                  <a:lnTo>
                    <a:pt x="6495" y="18215"/>
                  </a:lnTo>
                  <a:cubicBezTo>
                    <a:pt x="7511" y="19476"/>
                    <a:pt x="9004" y="20129"/>
                    <a:pt x="10512" y="20129"/>
                  </a:cubicBezTo>
                  <a:cubicBezTo>
                    <a:pt x="11654" y="20129"/>
                    <a:pt x="12805" y="19754"/>
                    <a:pt x="13760" y="18984"/>
                  </a:cubicBezTo>
                  <a:cubicBezTo>
                    <a:pt x="14992" y="17999"/>
                    <a:pt x="15701" y="16491"/>
                    <a:pt x="15669" y="14920"/>
                  </a:cubicBezTo>
                  <a:cubicBezTo>
                    <a:pt x="15640" y="12305"/>
                    <a:pt x="13669" y="10118"/>
                    <a:pt x="11113" y="9842"/>
                  </a:cubicBezTo>
                  <a:lnTo>
                    <a:pt x="11113" y="266"/>
                  </a:lnTo>
                  <a:cubicBezTo>
                    <a:pt x="11113" y="114"/>
                    <a:pt x="11022" y="20"/>
                    <a:pt x="10899" y="20"/>
                  </a:cubicBezTo>
                  <a:cubicBezTo>
                    <a:pt x="10837" y="20"/>
                    <a:pt x="10776" y="20"/>
                    <a:pt x="10744" y="52"/>
                  </a:cubicBezTo>
                  <a:cubicBezTo>
                    <a:pt x="10390" y="329"/>
                    <a:pt x="9975" y="468"/>
                    <a:pt x="9559" y="468"/>
                  </a:cubicBezTo>
                  <a:cubicBezTo>
                    <a:pt x="9143" y="468"/>
                    <a:pt x="8728" y="329"/>
                    <a:pt x="8374" y="52"/>
                  </a:cubicBezTo>
                  <a:cubicBezTo>
                    <a:pt x="8327" y="21"/>
                    <a:pt x="8273" y="6"/>
                    <a:pt x="8219" y="6"/>
                  </a:cubicBezTo>
                  <a:cubicBezTo>
                    <a:pt x="8166" y="6"/>
                    <a:pt x="8112" y="21"/>
                    <a:pt x="8066" y="52"/>
                  </a:cubicBezTo>
                  <a:cubicBezTo>
                    <a:pt x="7728" y="329"/>
                    <a:pt x="7312" y="468"/>
                    <a:pt x="6897" y="468"/>
                  </a:cubicBezTo>
                  <a:cubicBezTo>
                    <a:pt x="6481" y="468"/>
                    <a:pt x="6065" y="329"/>
                    <a:pt x="5727" y="52"/>
                  </a:cubicBezTo>
                  <a:lnTo>
                    <a:pt x="5695" y="52"/>
                  </a:lnTo>
                  <a:cubicBezTo>
                    <a:pt x="5649" y="21"/>
                    <a:pt x="5596" y="6"/>
                    <a:pt x="5546" y="6"/>
                  </a:cubicBezTo>
                  <a:cubicBezTo>
                    <a:pt x="5496" y="6"/>
                    <a:pt x="5450" y="21"/>
                    <a:pt x="5419" y="52"/>
                  </a:cubicBezTo>
                  <a:cubicBezTo>
                    <a:pt x="5064" y="329"/>
                    <a:pt x="4641" y="468"/>
                    <a:pt x="4221" y="468"/>
                  </a:cubicBezTo>
                  <a:cubicBezTo>
                    <a:pt x="3801" y="468"/>
                    <a:pt x="3386" y="329"/>
                    <a:pt x="3047" y="52"/>
                  </a:cubicBezTo>
                  <a:lnTo>
                    <a:pt x="3018" y="52"/>
                  </a:lnTo>
                  <a:cubicBezTo>
                    <a:pt x="2971" y="21"/>
                    <a:pt x="2925" y="6"/>
                    <a:pt x="2878" y="6"/>
                  </a:cubicBezTo>
                  <a:cubicBezTo>
                    <a:pt x="2832" y="6"/>
                    <a:pt x="2786" y="21"/>
                    <a:pt x="2739" y="52"/>
                  </a:cubicBezTo>
                  <a:cubicBezTo>
                    <a:pt x="2401" y="329"/>
                    <a:pt x="1985" y="468"/>
                    <a:pt x="1566" y="468"/>
                  </a:cubicBezTo>
                  <a:cubicBezTo>
                    <a:pt x="1147" y="468"/>
                    <a:pt x="724" y="329"/>
                    <a:pt x="370" y="52"/>
                  </a:cubicBezTo>
                  <a:cubicBezTo>
                    <a:pt x="334" y="16"/>
                    <a:pt x="286" y="1"/>
                    <a:pt x="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65"/>
            <p:cNvSpPr/>
            <p:nvPr/>
          </p:nvSpPr>
          <p:spPr>
            <a:xfrm>
              <a:off x="7018989" y="2490962"/>
              <a:ext cx="254683" cy="14940"/>
            </a:xfrm>
            <a:custGeom>
              <a:rect b="b" l="l" r="r" t="t"/>
              <a:pathLst>
                <a:path extrusionOk="0" h="493" w="8404">
                  <a:moveTo>
                    <a:pt x="247" y="0"/>
                  </a:moveTo>
                  <a:cubicBezTo>
                    <a:pt x="123" y="0"/>
                    <a:pt x="0" y="123"/>
                    <a:pt x="0" y="246"/>
                  </a:cubicBezTo>
                  <a:cubicBezTo>
                    <a:pt x="0" y="402"/>
                    <a:pt x="123" y="493"/>
                    <a:pt x="247" y="493"/>
                  </a:cubicBezTo>
                  <a:lnTo>
                    <a:pt x="8157" y="493"/>
                  </a:lnTo>
                  <a:cubicBezTo>
                    <a:pt x="8280" y="493"/>
                    <a:pt x="8403" y="402"/>
                    <a:pt x="8403" y="246"/>
                  </a:cubicBezTo>
                  <a:cubicBezTo>
                    <a:pt x="8403" y="123"/>
                    <a:pt x="8280" y="0"/>
                    <a:pt x="8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65"/>
            <p:cNvSpPr/>
            <p:nvPr/>
          </p:nvSpPr>
          <p:spPr>
            <a:xfrm>
              <a:off x="7018989" y="2453626"/>
              <a:ext cx="254683" cy="14971"/>
            </a:xfrm>
            <a:custGeom>
              <a:rect b="b" l="l" r="r" t="t"/>
              <a:pathLst>
                <a:path extrusionOk="0" h="494" w="8404">
                  <a:moveTo>
                    <a:pt x="247" y="1"/>
                  </a:moveTo>
                  <a:cubicBezTo>
                    <a:pt x="123" y="1"/>
                    <a:pt x="0" y="124"/>
                    <a:pt x="0" y="247"/>
                  </a:cubicBezTo>
                  <a:cubicBezTo>
                    <a:pt x="0" y="402"/>
                    <a:pt x="123" y="493"/>
                    <a:pt x="247" y="493"/>
                  </a:cubicBezTo>
                  <a:lnTo>
                    <a:pt x="8157" y="493"/>
                  </a:lnTo>
                  <a:cubicBezTo>
                    <a:pt x="8280" y="493"/>
                    <a:pt x="8403" y="402"/>
                    <a:pt x="8403" y="247"/>
                  </a:cubicBezTo>
                  <a:cubicBezTo>
                    <a:pt x="8403" y="124"/>
                    <a:pt x="8280" y="1"/>
                    <a:pt x="8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65"/>
            <p:cNvSpPr/>
            <p:nvPr/>
          </p:nvSpPr>
          <p:spPr>
            <a:xfrm>
              <a:off x="6948075" y="2449899"/>
              <a:ext cx="14971" cy="197831"/>
            </a:xfrm>
            <a:custGeom>
              <a:rect b="b" l="l" r="r" t="t"/>
              <a:pathLst>
                <a:path extrusionOk="0" h="6528" w="494">
                  <a:moveTo>
                    <a:pt x="247" y="1"/>
                  </a:moveTo>
                  <a:cubicBezTo>
                    <a:pt x="92" y="1"/>
                    <a:pt x="1" y="124"/>
                    <a:pt x="1" y="247"/>
                  </a:cubicBezTo>
                  <a:lnTo>
                    <a:pt x="1" y="6281"/>
                  </a:lnTo>
                  <a:cubicBezTo>
                    <a:pt x="1" y="6404"/>
                    <a:pt x="92" y="6527"/>
                    <a:pt x="247" y="6527"/>
                  </a:cubicBezTo>
                  <a:cubicBezTo>
                    <a:pt x="370" y="6527"/>
                    <a:pt x="493" y="6404"/>
                    <a:pt x="493" y="6281"/>
                  </a:cubicBezTo>
                  <a:lnTo>
                    <a:pt x="493" y="247"/>
                  </a:lnTo>
                  <a:cubicBezTo>
                    <a:pt x="493" y="124"/>
                    <a:pt x="370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65"/>
            <p:cNvSpPr/>
            <p:nvPr/>
          </p:nvSpPr>
          <p:spPr>
            <a:xfrm>
              <a:off x="6948075" y="2423776"/>
              <a:ext cx="14971" cy="19668"/>
            </a:xfrm>
            <a:custGeom>
              <a:rect b="b" l="l" r="r" t="t"/>
              <a:pathLst>
                <a:path extrusionOk="0" h="649" w="494">
                  <a:moveTo>
                    <a:pt x="247" y="1"/>
                  </a:moveTo>
                  <a:cubicBezTo>
                    <a:pt x="92" y="1"/>
                    <a:pt x="1" y="124"/>
                    <a:pt x="1" y="247"/>
                  </a:cubicBezTo>
                  <a:lnTo>
                    <a:pt x="1" y="402"/>
                  </a:lnTo>
                  <a:cubicBezTo>
                    <a:pt x="1" y="525"/>
                    <a:pt x="92" y="648"/>
                    <a:pt x="247" y="648"/>
                  </a:cubicBezTo>
                  <a:cubicBezTo>
                    <a:pt x="370" y="648"/>
                    <a:pt x="493" y="525"/>
                    <a:pt x="493" y="402"/>
                  </a:cubicBezTo>
                  <a:lnTo>
                    <a:pt x="493" y="247"/>
                  </a:lnTo>
                  <a:cubicBezTo>
                    <a:pt x="493" y="124"/>
                    <a:pt x="370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65"/>
            <p:cNvSpPr/>
            <p:nvPr/>
          </p:nvSpPr>
          <p:spPr>
            <a:xfrm>
              <a:off x="7216759" y="2729796"/>
              <a:ext cx="149313" cy="147434"/>
            </a:xfrm>
            <a:custGeom>
              <a:rect b="b" l="l" r="r" t="t"/>
              <a:pathLst>
                <a:path extrusionOk="0" h="4865" w="4927">
                  <a:moveTo>
                    <a:pt x="2924" y="493"/>
                  </a:moveTo>
                  <a:lnTo>
                    <a:pt x="2924" y="1818"/>
                  </a:lnTo>
                  <a:cubicBezTo>
                    <a:pt x="2924" y="1941"/>
                    <a:pt x="3047" y="2094"/>
                    <a:pt x="3202" y="2094"/>
                  </a:cubicBezTo>
                  <a:lnTo>
                    <a:pt x="4434" y="2094"/>
                  </a:lnTo>
                  <a:lnTo>
                    <a:pt x="4434" y="2709"/>
                  </a:lnTo>
                  <a:lnTo>
                    <a:pt x="3202" y="2709"/>
                  </a:lnTo>
                  <a:cubicBezTo>
                    <a:pt x="3047" y="2709"/>
                    <a:pt x="2924" y="2803"/>
                    <a:pt x="2924" y="2926"/>
                  </a:cubicBezTo>
                  <a:lnTo>
                    <a:pt x="2924" y="4372"/>
                  </a:lnTo>
                  <a:lnTo>
                    <a:pt x="2001" y="4372"/>
                  </a:lnTo>
                  <a:lnTo>
                    <a:pt x="2001" y="2926"/>
                  </a:lnTo>
                  <a:cubicBezTo>
                    <a:pt x="2001" y="2803"/>
                    <a:pt x="1939" y="2709"/>
                    <a:pt x="1816" y="2709"/>
                  </a:cubicBezTo>
                  <a:lnTo>
                    <a:pt x="493" y="2709"/>
                  </a:lnTo>
                  <a:lnTo>
                    <a:pt x="493" y="2094"/>
                  </a:lnTo>
                  <a:lnTo>
                    <a:pt x="1816" y="2094"/>
                  </a:lnTo>
                  <a:cubicBezTo>
                    <a:pt x="1939" y="2094"/>
                    <a:pt x="2001" y="1941"/>
                    <a:pt x="2001" y="1818"/>
                  </a:cubicBezTo>
                  <a:lnTo>
                    <a:pt x="2001" y="493"/>
                  </a:lnTo>
                  <a:close/>
                  <a:moveTo>
                    <a:pt x="1816" y="0"/>
                  </a:moveTo>
                  <a:cubicBezTo>
                    <a:pt x="1663" y="0"/>
                    <a:pt x="1508" y="94"/>
                    <a:pt x="1508" y="217"/>
                  </a:cubicBezTo>
                  <a:lnTo>
                    <a:pt x="1508" y="1601"/>
                  </a:lnTo>
                  <a:lnTo>
                    <a:pt x="277" y="1601"/>
                  </a:lnTo>
                  <a:cubicBezTo>
                    <a:pt x="153" y="1601"/>
                    <a:pt x="1" y="1695"/>
                    <a:pt x="1" y="1818"/>
                  </a:cubicBezTo>
                  <a:lnTo>
                    <a:pt x="1" y="2926"/>
                  </a:lnTo>
                  <a:cubicBezTo>
                    <a:pt x="1" y="3049"/>
                    <a:pt x="153" y="3202"/>
                    <a:pt x="277" y="3202"/>
                  </a:cubicBezTo>
                  <a:lnTo>
                    <a:pt x="1508" y="3202"/>
                  </a:lnTo>
                  <a:lnTo>
                    <a:pt x="1508" y="4556"/>
                  </a:lnTo>
                  <a:cubicBezTo>
                    <a:pt x="1508" y="4712"/>
                    <a:pt x="1663" y="4864"/>
                    <a:pt x="1816" y="4864"/>
                  </a:cubicBezTo>
                  <a:lnTo>
                    <a:pt x="3202" y="4864"/>
                  </a:lnTo>
                  <a:cubicBezTo>
                    <a:pt x="3326" y="4864"/>
                    <a:pt x="3417" y="4712"/>
                    <a:pt x="3417" y="4556"/>
                  </a:cubicBezTo>
                  <a:lnTo>
                    <a:pt x="3417" y="3202"/>
                  </a:lnTo>
                  <a:lnTo>
                    <a:pt x="4710" y="3202"/>
                  </a:lnTo>
                  <a:cubicBezTo>
                    <a:pt x="4865" y="3202"/>
                    <a:pt x="4926" y="3049"/>
                    <a:pt x="4926" y="2926"/>
                  </a:cubicBezTo>
                  <a:lnTo>
                    <a:pt x="4926" y="1818"/>
                  </a:lnTo>
                  <a:cubicBezTo>
                    <a:pt x="4926" y="1695"/>
                    <a:pt x="4865" y="1601"/>
                    <a:pt x="4710" y="1601"/>
                  </a:cubicBezTo>
                  <a:lnTo>
                    <a:pt x="3417" y="1601"/>
                  </a:lnTo>
                  <a:lnTo>
                    <a:pt x="3417" y="217"/>
                  </a:lnTo>
                  <a:cubicBezTo>
                    <a:pt x="3417" y="94"/>
                    <a:pt x="3326" y="0"/>
                    <a:pt x="3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88" name="Google Shape;88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150" y="1218450"/>
            <a:ext cx="3142775" cy="361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4869" y="1624985"/>
            <a:ext cx="4668150" cy="258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6"/>
          <p:cNvSpPr txBox="1"/>
          <p:nvPr>
            <p:ph type="title"/>
          </p:nvPr>
        </p:nvSpPr>
        <p:spPr>
          <a:xfrm>
            <a:off x="449150" y="539500"/>
            <a:ext cx="83292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Evolução: 4 incrementos do produto</a:t>
            </a:r>
            <a:endParaRPr/>
          </a:p>
        </p:txBody>
      </p:sp>
      <p:sp>
        <p:nvSpPr>
          <p:cNvPr id="895" name="Google Shape;895;p66"/>
          <p:cNvSpPr/>
          <p:nvPr/>
        </p:nvSpPr>
        <p:spPr>
          <a:xfrm>
            <a:off x="782375" y="1712649"/>
            <a:ext cx="1907700" cy="4482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32000" lIns="64000" spcFirstLastPara="1" rIns="64000" wrap="square" tIns="3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66"/>
          <p:cNvSpPr txBox="1"/>
          <p:nvPr/>
        </p:nvSpPr>
        <p:spPr>
          <a:xfrm>
            <a:off x="783344" y="1818173"/>
            <a:ext cx="1907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4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v0.0</a:t>
            </a:r>
            <a:endParaRPr sz="980"/>
          </a:p>
        </p:txBody>
      </p:sp>
      <p:sp>
        <p:nvSpPr>
          <p:cNvPr id="897" name="Google Shape;897;p66"/>
          <p:cNvSpPr/>
          <p:nvPr/>
        </p:nvSpPr>
        <p:spPr>
          <a:xfrm>
            <a:off x="782375" y="2325911"/>
            <a:ext cx="1907700" cy="1600500"/>
          </a:xfrm>
          <a:prstGeom prst="rect">
            <a:avLst/>
          </a:prstGeom>
          <a:solidFill>
            <a:srgbClr val="EAF3F4"/>
          </a:solidFill>
          <a:ln cap="flat" cmpd="sng" w="8900">
            <a:solidFill>
              <a:srgbClr val="CFDF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000" lIns="64000" spcFirstLastPara="1" rIns="64000" wrap="square" tIns="3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66"/>
          <p:cNvSpPr txBox="1"/>
          <p:nvPr/>
        </p:nvSpPr>
        <p:spPr>
          <a:xfrm>
            <a:off x="897603" y="2409132"/>
            <a:ext cx="16773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10">
                <a:solidFill>
                  <a:srgbClr val="0A5A62"/>
                </a:solidFill>
                <a:latin typeface="Comfortaa"/>
                <a:ea typeface="Comfortaa"/>
                <a:cs typeface="Comfortaa"/>
                <a:sym typeface="Comfortaa"/>
              </a:rPr>
              <a:t>#0 Protótipo Vertical</a:t>
            </a:r>
            <a:endParaRPr sz="98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99" name="Google Shape;899;p66"/>
          <p:cNvSpPr txBox="1"/>
          <p:nvPr/>
        </p:nvSpPr>
        <p:spPr>
          <a:xfrm>
            <a:off x="897603" y="2870047"/>
            <a:ext cx="1677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Valida a stack Flutter e Supabase. </a:t>
            </a:r>
            <a:endParaRPr sz="840">
              <a:solidFill>
                <a:srgbClr val="14242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Landing e Login.</a:t>
            </a:r>
            <a:endParaRPr sz="98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00" name="Google Shape;900;p66"/>
          <p:cNvSpPr/>
          <p:nvPr/>
        </p:nvSpPr>
        <p:spPr>
          <a:xfrm>
            <a:off x="2741252" y="1712649"/>
            <a:ext cx="1907700" cy="4482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32000" lIns="64000" spcFirstLastPara="1" rIns="64000" wrap="square" tIns="3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66"/>
          <p:cNvSpPr txBox="1"/>
          <p:nvPr/>
        </p:nvSpPr>
        <p:spPr>
          <a:xfrm>
            <a:off x="2742219" y="1818173"/>
            <a:ext cx="1907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4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v1.0</a:t>
            </a:r>
            <a:endParaRPr sz="980"/>
          </a:p>
        </p:txBody>
      </p:sp>
      <p:sp>
        <p:nvSpPr>
          <p:cNvPr id="902" name="Google Shape;902;p66"/>
          <p:cNvSpPr/>
          <p:nvPr/>
        </p:nvSpPr>
        <p:spPr>
          <a:xfrm>
            <a:off x="2741252" y="2325911"/>
            <a:ext cx="1907700" cy="1600500"/>
          </a:xfrm>
          <a:prstGeom prst="rect">
            <a:avLst/>
          </a:prstGeom>
          <a:solidFill>
            <a:srgbClr val="EAF3F4"/>
          </a:solidFill>
          <a:ln cap="flat" cmpd="sng" w="8900">
            <a:solidFill>
              <a:srgbClr val="CFDF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000" lIns="64000" spcFirstLastPara="1" rIns="64000" wrap="square" tIns="3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66"/>
          <p:cNvSpPr txBox="1"/>
          <p:nvPr/>
        </p:nvSpPr>
        <p:spPr>
          <a:xfrm>
            <a:off x="2856480" y="2409132"/>
            <a:ext cx="16773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10">
                <a:solidFill>
                  <a:srgbClr val="0A5A62"/>
                </a:solidFill>
                <a:latin typeface="Comfortaa"/>
                <a:ea typeface="Comfortaa"/>
                <a:cs typeface="Comfortaa"/>
                <a:sym typeface="Comfortaa"/>
              </a:rPr>
              <a:t>#1 Interface Completa</a:t>
            </a:r>
            <a:endParaRPr sz="98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04" name="Google Shape;904;p66"/>
          <p:cNvSpPr txBox="1"/>
          <p:nvPr/>
        </p:nvSpPr>
        <p:spPr>
          <a:xfrm>
            <a:off x="2856480" y="2870047"/>
            <a:ext cx="1677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Frontend dos 5 portais. Dados simulados.</a:t>
            </a:r>
            <a:endParaRPr sz="98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05" name="Google Shape;905;p66"/>
          <p:cNvSpPr/>
          <p:nvPr/>
        </p:nvSpPr>
        <p:spPr>
          <a:xfrm>
            <a:off x="4700130" y="1712649"/>
            <a:ext cx="1907700" cy="4482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32000" lIns="64000" spcFirstLastPara="1" rIns="64000" wrap="square" tIns="3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66"/>
          <p:cNvSpPr txBox="1"/>
          <p:nvPr/>
        </p:nvSpPr>
        <p:spPr>
          <a:xfrm>
            <a:off x="4701093" y="1818173"/>
            <a:ext cx="1907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4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v2.0</a:t>
            </a:r>
            <a:endParaRPr sz="980"/>
          </a:p>
        </p:txBody>
      </p:sp>
      <p:sp>
        <p:nvSpPr>
          <p:cNvPr id="907" name="Google Shape;907;p66"/>
          <p:cNvSpPr/>
          <p:nvPr/>
        </p:nvSpPr>
        <p:spPr>
          <a:xfrm>
            <a:off x="4700129" y="2325911"/>
            <a:ext cx="1907700" cy="1600500"/>
          </a:xfrm>
          <a:prstGeom prst="rect">
            <a:avLst/>
          </a:prstGeom>
          <a:solidFill>
            <a:srgbClr val="EAF3F4"/>
          </a:solidFill>
          <a:ln cap="flat" cmpd="sng" w="8900">
            <a:solidFill>
              <a:srgbClr val="CFDF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000" lIns="64000" spcFirstLastPara="1" rIns="64000" wrap="square" tIns="3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66"/>
          <p:cNvSpPr txBox="1"/>
          <p:nvPr/>
        </p:nvSpPr>
        <p:spPr>
          <a:xfrm>
            <a:off x="4815358" y="2409132"/>
            <a:ext cx="16773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10">
                <a:solidFill>
                  <a:srgbClr val="0A5A62"/>
                </a:solidFill>
                <a:latin typeface="Comfortaa"/>
                <a:ea typeface="Comfortaa"/>
                <a:cs typeface="Comfortaa"/>
                <a:sym typeface="Comfortaa"/>
              </a:rPr>
              <a:t>#2 Integração Backend</a:t>
            </a:r>
            <a:endParaRPr sz="98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09" name="Google Shape;909;p66"/>
          <p:cNvSpPr txBox="1"/>
          <p:nvPr/>
        </p:nvSpPr>
        <p:spPr>
          <a:xfrm>
            <a:off x="4815358" y="2870047"/>
            <a:ext cx="1677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Auth real, JWT e RLS. </a:t>
            </a:r>
            <a:endParaRPr sz="840">
              <a:solidFill>
                <a:srgbClr val="14242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BD ligada aos 4 portais.</a:t>
            </a:r>
            <a:endParaRPr sz="98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10" name="Google Shape;910;p66"/>
          <p:cNvSpPr/>
          <p:nvPr/>
        </p:nvSpPr>
        <p:spPr>
          <a:xfrm>
            <a:off x="6659007" y="1712649"/>
            <a:ext cx="1907700" cy="44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2000" lIns="64000" spcFirstLastPara="1" rIns="64000" wrap="square" tIns="3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66"/>
          <p:cNvSpPr txBox="1"/>
          <p:nvPr/>
        </p:nvSpPr>
        <p:spPr>
          <a:xfrm>
            <a:off x="6659968" y="1818173"/>
            <a:ext cx="1907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4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v3.0</a:t>
            </a:r>
            <a:endParaRPr sz="980"/>
          </a:p>
        </p:txBody>
      </p:sp>
      <p:sp>
        <p:nvSpPr>
          <p:cNvPr id="912" name="Google Shape;912;p66"/>
          <p:cNvSpPr/>
          <p:nvPr/>
        </p:nvSpPr>
        <p:spPr>
          <a:xfrm>
            <a:off x="6659007" y="2325911"/>
            <a:ext cx="1907700" cy="1600500"/>
          </a:xfrm>
          <a:prstGeom prst="rect">
            <a:avLst/>
          </a:prstGeom>
          <a:solidFill>
            <a:srgbClr val="EAF3F4"/>
          </a:solidFill>
          <a:ln cap="flat" cmpd="sng" w="8900">
            <a:solidFill>
              <a:srgbClr val="CFDF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000" lIns="64000" spcFirstLastPara="1" rIns="64000" wrap="square" tIns="3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66"/>
          <p:cNvSpPr txBox="1"/>
          <p:nvPr/>
        </p:nvSpPr>
        <p:spPr>
          <a:xfrm>
            <a:off x="6774235" y="2409132"/>
            <a:ext cx="16773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10">
                <a:solidFill>
                  <a:srgbClr val="0A5A62"/>
                </a:solidFill>
                <a:latin typeface="Comfortaa"/>
                <a:ea typeface="Comfortaa"/>
                <a:cs typeface="Comfortaa"/>
                <a:sym typeface="Comfortaa"/>
              </a:rPr>
              <a:t>#3 Versão Final</a:t>
            </a:r>
            <a:endParaRPr sz="98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14" name="Google Shape;914;p66"/>
          <p:cNvSpPr txBox="1"/>
          <p:nvPr/>
        </p:nvSpPr>
        <p:spPr>
          <a:xfrm>
            <a:off x="6774235" y="2870047"/>
            <a:ext cx="1677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Edge Functions, notificações, faturas e testes.</a:t>
            </a:r>
            <a:endParaRPr sz="98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15" name="Google Shape;915;p66"/>
          <p:cNvSpPr/>
          <p:nvPr/>
        </p:nvSpPr>
        <p:spPr>
          <a:xfrm>
            <a:off x="959526" y="3545064"/>
            <a:ext cx="1534200" cy="25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66"/>
          <p:cNvSpPr txBox="1"/>
          <p:nvPr/>
        </p:nvSpPr>
        <p:spPr>
          <a:xfrm>
            <a:off x="1107303" y="3615119"/>
            <a:ext cx="1257900" cy="1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7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Prova de conceito</a:t>
            </a:r>
            <a:endParaRPr sz="98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17" name="Google Shape;917;p66"/>
          <p:cNvSpPr/>
          <p:nvPr/>
        </p:nvSpPr>
        <p:spPr>
          <a:xfrm>
            <a:off x="2928001" y="3545064"/>
            <a:ext cx="1534200" cy="25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66"/>
          <p:cNvSpPr txBox="1"/>
          <p:nvPr/>
        </p:nvSpPr>
        <p:spPr>
          <a:xfrm>
            <a:off x="3075778" y="3615119"/>
            <a:ext cx="1257900" cy="1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7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UI navegável</a:t>
            </a:r>
            <a:endParaRPr sz="98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19" name="Google Shape;919;p66"/>
          <p:cNvSpPr/>
          <p:nvPr/>
        </p:nvSpPr>
        <p:spPr>
          <a:xfrm>
            <a:off x="4896476" y="3545064"/>
            <a:ext cx="1534200" cy="25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66"/>
          <p:cNvSpPr txBox="1"/>
          <p:nvPr/>
        </p:nvSpPr>
        <p:spPr>
          <a:xfrm>
            <a:off x="5044253" y="3615119"/>
            <a:ext cx="1257900" cy="1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7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Dados reais</a:t>
            </a:r>
            <a:endParaRPr sz="98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21" name="Google Shape;921;p66"/>
          <p:cNvSpPr/>
          <p:nvPr/>
        </p:nvSpPr>
        <p:spPr>
          <a:xfrm>
            <a:off x="6845751" y="3545064"/>
            <a:ext cx="1534200" cy="258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66"/>
          <p:cNvSpPr txBox="1"/>
          <p:nvPr/>
        </p:nvSpPr>
        <p:spPr>
          <a:xfrm>
            <a:off x="6993528" y="3615119"/>
            <a:ext cx="1257900" cy="1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7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Pronto para produção</a:t>
            </a:r>
            <a:endParaRPr sz="98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67"/>
          <p:cNvSpPr txBox="1"/>
          <p:nvPr>
            <p:ph type="title"/>
          </p:nvPr>
        </p:nvSpPr>
        <p:spPr>
          <a:xfrm>
            <a:off x="449150" y="539500"/>
            <a:ext cx="83292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Processo: </a:t>
            </a:r>
            <a:r>
              <a:rPr lang="en"/>
              <a:t>Três iterações e uso do board</a:t>
            </a:r>
            <a:endParaRPr/>
          </a:p>
        </p:txBody>
      </p:sp>
      <p:grpSp>
        <p:nvGrpSpPr>
          <p:cNvPr id="928" name="Google Shape;928;p67"/>
          <p:cNvGrpSpPr/>
          <p:nvPr/>
        </p:nvGrpSpPr>
        <p:grpSpPr>
          <a:xfrm>
            <a:off x="6940103" y="2390773"/>
            <a:ext cx="459782" cy="554620"/>
            <a:chOff x="6948075" y="2342952"/>
            <a:chExt cx="505700" cy="610009"/>
          </a:xfrm>
        </p:grpSpPr>
        <p:sp>
          <p:nvSpPr>
            <p:cNvPr id="929" name="Google Shape;929;p67"/>
            <p:cNvSpPr/>
            <p:nvPr/>
          </p:nvSpPr>
          <p:spPr>
            <a:xfrm>
              <a:off x="7018989" y="2415412"/>
              <a:ext cx="254683" cy="14971"/>
            </a:xfrm>
            <a:custGeom>
              <a:rect b="b" l="l" r="r" t="t"/>
              <a:pathLst>
                <a:path extrusionOk="0" h="494" w="8404">
                  <a:moveTo>
                    <a:pt x="247" y="1"/>
                  </a:moveTo>
                  <a:cubicBezTo>
                    <a:pt x="123" y="1"/>
                    <a:pt x="0" y="124"/>
                    <a:pt x="0" y="247"/>
                  </a:cubicBezTo>
                  <a:cubicBezTo>
                    <a:pt x="0" y="370"/>
                    <a:pt x="123" y="493"/>
                    <a:pt x="247" y="493"/>
                  </a:cubicBezTo>
                  <a:lnTo>
                    <a:pt x="8157" y="493"/>
                  </a:lnTo>
                  <a:cubicBezTo>
                    <a:pt x="8280" y="493"/>
                    <a:pt x="8403" y="370"/>
                    <a:pt x="8403" y="247"/>
                  </a:cubicBezTo>
                  <a:cubicBezTo>
                    <a:pt x="8403" y="124"/>
                    <a:pt x="8280" y="1"/>
                    <a:pt x="8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67"/>
            <p:cNvSpPr/>
            <p:nvPr/>
          </p:nvSpPr>
          <p:spPr>
            <a:xfrm>
              <a:off x="7018989" y="2604758"/>
              <a:ext cx="17698" cy="14971"/>
            </a:xfrm>
            <a:custGeom>
              <a:rect b="b" l="l" r="r" t="t"/>
              <a:pathLst>
                <a:path extrusionOk="0" h="494" w="584">
                  <a:moveTo>
                    <a:pt x="247" y="1"/>
                  </a:moveTo>
                  <a:cubicBezTo>
                    <a:pt x="123" y="1"/>
                    <a:pt x="0" y="94"/>
                    <a:pt x="0" y="247"/>
                  </a:cubicBezTo>
                  <a:cubicBezTo>
                    <a:pt x="0" y="370"/>
                    <a:pt x="123" y="493"/>
                    <a:pt x="247" y="493"/>
                  </a:cubicBezTo>
                  <a:lnTo>
                    <a:pt x="338" y="493"/>
                  </a:lnTo>
                  <a:cubicBezTo>
                    <a:pt x="493" y="493"/>
                    <a:pt x="584" y="370"/>
                    <a:pt x="584" y="247"/>
                  </a:cubicBezTo>
                  <a:cubicBezTo>
                    <a:pt x="584" y="94"/>
                    <a:pt x="493" y="1"/>
                    <a:pt x="3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67"/>
            <p:cNvSpPr/>
            <p:nvPr/>
          </p:nvSpPr>
          <p:spPr>
            <a:xfrm>
              <a:off x="7050688" y="2604758"/>
              <a:ext cx="37366" cy="14971"/>
            </a:xfrm>
            <a:custGeom>
              <a:rect b="b" l="l" r="r" t="t"/>
              <a:pathLst>
                <a:path extrusionOk="0" h="494" w="1233">
                  <a:moveTo>
                    <a:pt x="247" y="1"/>
                  </a:moveTo>
                  <a:cubicBezTo>
                    <a:pt x="124" y="1"/>
                    <a:pt x="1" y="94"/>
                    <a:pt x="1" y="247"/>
                  </a:cubicBezTo>
                  <a:cubicBezTo>
                    <a:pt x="1" y="370"/>
                    <a:pt x="124" y="493"/>
                    <a:pt x="247" y="493"/>
                  </a:cubicBezTo>
                  <a:lnTo>
                    <a:pt x="986" y="493"/>
                  </a:lnTo>
                  <a:cubicBezTo>
                    <a:pt x="1109" y="493"/>
                    <a:pt x="1232" y="370"/>
                    <a:pt x="1232" y="247"/>
                  </a:cubicBezTo>
                  <a:cubicBezTo>
                    <a:pt x="1232" y="94"/>
                    <a:pt x="1109" y="1"/>
                    <a:pt x="9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67"/>
            <p:cNvSpPr/>
            <p:nvPr/>
          </p:nvSpPr>
          <p:spPr>
            <a:xfrm>
              <a:off x="7101964" y="2604758"/>
              <a:ext cx="171708" cy="14971"/>
            </a:xfrm>
            <a:custGeom>
              <a:rect b="b" l="l" r="r" t="t"/>
              <a:pathLst>
                <a:path extrusionOk="0" h="494" w="5666">
                  <a:moveTo>
                    <a:pt x="247" y="1"/>
                  </a:moveTo>
                  <a:cubicBezTo>
                    <a:pt x="124" y="1"/>
                    <a:pt x="1" y="94"/>
                    <a:pt x="1" y="247"/>
                  </a:cubicBezTo>
                  <a:cubicBezTo>
                    <a:pt x="1" y="370"/>
                    <a:pt x="124" y="493"/>
                    <a:pt x="247" y="493"/>
                  </a:cubicBezTo>
                  <a:lnTo>
                    <a:pt x="5419" y="493"/>
                  </a:lnTo>
                  <a:cubicBezTo>
                    <a:pt x="5542" y="493"/>
                    <a:pt x="5665" y="370"/>
                    <a:pt x="5665" y="247"/>
                  </a:cubicBezTo>
                  <a:cubicBezTo>
                    <a:pt x="5665" y="94"/>
                    <a:pt x="5542" y="1"/>
                    <a:pt x="54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67"/>
            <p:cNvSpPr/>
            <p:nvPr/>
          </p:nvSpPr>
          <p:spPr>
            <a:xfrm>
              <a:off x="7018989" y="2543208"/>
              <a:ext cx="17698" cy="14940"/>
            </a:xfrm>
            <a:custGeom>
              <a:rect b="b" l="l" r="r" t="t"/>
              <a:pathLst>
                <a:path extrusionOk="0" h="493" w="584">
                  <a:moveTo>
                    <a:pt x="247" y="0"/>
                  </a:moveTo>
                  <a:cubicBezTo>
                    <a:pt x="123" y="0"/>
                    <a:pt x="0" y="123"/>
                    <a:pt x="0" y="246"/>
                  </a:cubicBezTo>
                  <a:cubicBezTo>
                    <a:pt x="0" y="402"/>
                    <a:pt x="123" y="493"/>
                    <a:pt x="247" y="493"/>
                  </a:cubicBezTo>
                  <a:lnTo>
                    <a:pt x="338" y="493"/>
                  </a:lnTo>
                  <a:cubicBezTo>
                    <a:pt x="493" y="493"/>
                    <a:pt x="584" y="402"/>
                    <a:pt x="584" y="246"/>
                  </a:cubicBezTo>
                  <a:cubicBezTo>
                    <a:pt x="584" y="123"/>
                    <a:pt x="493" y="0"/>
                    <a:pt x="3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67"/>
            <p:cNvSpPr/>
            <p:nvPr/>
          </p:nvSpPr>
          <p:spPr>
            <a:xfrm>
              <a:off x="7050688" y="2543208"/>
              <a:ext cx="37366" cy="14940"/>
            </a:xfrm>
            <a:custGeom>
              <a:rect b="b" l="l" r="r" t="t"/>
              <a:pathLst>
                <a:path extrusionOk="0" h="493" w="1233">
                  <a:moveTo>
                    <a:pt x="247" y="0"/>
                  </a:moveTo>
                  <a:cubicBezTo>
                    <a:pt x="124" y="0"/>
                    <a:pt x="1" y="123"/>
                    <a:pt x="1" y="246"/>
                  </a:cubicBezTo>
                  <a:cubicBezTo>
                    <a:pt x="1" y="402"/>
                    <a:pt x="124" y="493"/>
                    <a:pt x="247" y="493"/>
                  </a:cubicBezTo>
                  <a:lnTo>
                    <a:pt x="986" y="493"/>
                  </a:lnTo>
                  <a:cubicBezTo>
                    <a:pt x="1109" y="493"/>
                    <a:pt x="1232" y="402"/>
                    <a:pt x="1232" y="246"/>
                  </a:cubicBezTo>
                  <a:cubicBezTo>
                    <a:pt x="1232" y="123"/>
                    <a:pt x="1109" y="0"/>
                    <a:pt x="9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67"/>
            <p:cNvSpPr/>
            <p:nvPr/>
          </p:nvSpPr>
          <p:spPr>
            <a:xfrm>
              <a:off x="7101964" y="2543208"/>
              <a:ext cx="171708" cy="14940"/>
            </a:xfrm>
            <a:custGeom>
              <a:rect b="b" l="l" r="r" t="t"/>
              <a:pathLst>
                <a:path extrusionOk="0" h="493" w="5666">
                  <a:moveTo>
                    <a:pt x="247" y="0"/>
                  </a:moveTo>
                  <a:cubicBezTo>
                    <a:pt x="124" y="0"/>
                    <a:pt x="1" y="123"/>
                    <a:pt x="1" y="246"/>
                  </a:cubicBezTo>
                  <a:cubicBezTo>
                    <a:pt x="1" y="402"/>
                    <a:pt x="124" y="493"/>
                    <a:pt x="247" y="493"/>
                  </a:cubicBezTo>
                  <a:lnTo>
                    <a:pt x="5419" y="493"/>
                  </a:lnTo>
                  <a:cubicBezTo>
                    <a:pt x="5542" y="493"/>
                    <a:pt x="5665" y="402"/>
                    <a:pt x="5665" y="246"/>
                  </a:cubicBezTo>
                  <a:cubicBezTo>
                    <a:pt x="5665" y="123"/>
                    <a:pt x="5542" y="0"/>
                    <a:pt x="54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67"/>
            <p:cNvSpPr/>
            <p:nvPr/>
          </p:nvSpPr>
          <p:spPr>
            <a:xfrm>
              <a:off x="7018989" y="2679399"/>
              <a:ext cx="17698" cy="14971"/>
            </a:xfrm>
            <a:custGeom>
              <a:rect b="b" l="l" r="r" t="t"/>
              <a:pathLst>
                <a:path extrusionOk="0" h="494" w="584">
                  <a:moveTo>
                    <a:pt x="247" y="1"/>
                  </a:moveTo>
                  <a:cubicBezTo>
                    <a:pt x="123" y="1"/>
                    <a:pt x="0" y="94"/>
                    <a:pt x="0" y="247"/>
                  </a:cubicBezTo>
                  <a:cubicBezTo>
                    <a:pt x="0" y="370"/>
                    <a:pt x="123" y="493"/>
                    <a:pt x="247" y="493"/>
                  </a:cubicBezTo>
                  <a:lnTo>
                    <a:pt x="338" y="493"/>
                  </a:lnTo>
                  <a:cubicBezTo>
                    <a:pt x="493" y="493"/>
                    <a:pt x="584" y="370"/>
                    <a:pt x="584" y="247"/>
                  </a:cubicBezTo>
                  <a:cubicBezTo>
                    <a:pt x="584" y="94"/>
                    <a:pt x="493" y="1"/>
                    <a:pt x="3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67"/>
            <p:cNvSpPr/>
            <p:nvPr/>
          </p:nvSpPr>
          <p:spPr>
            <a:xfrm>
              <a:off x="7050688" y="2679399"/>
              <a:ext cx="37366" cy="14971"/>
            </a:xfrm>
            <a:custGeom>
              <a:rect b="b" l="l" r="r" t="t"/>
              <a:pathLst>
                <a:path extrusionOk="0" h="494" w="1233">
                  <a:moveTo>
                    <a:pt x="247" y="1"/>
                  </a:moveTo>
                  <a:cubicBezTo>
                    <a:pt x="124" y="1"/>
                    <a:pt x="1" y="94"/>
                    <a:pt x="1" y="247"/>
                  </a:cubicBezTo>
                  <a:cubicBezTo>
                    <a:pt x="1" y="370"/>
                    <a:pt x="124" y="493"/>
                    <a:pt x="247" y="493"/>
                  </a:cubicBezTo>
                  <a:lnTo>
                    <a:pt x="986" y="493"/>
                  </a:lnTo>
                  <a:cubicBezTo>
                    <a:pt x="1109" y="493"/>
                    <a:pt x="1232" y="370"/>
                    <a:pt x="1232" y="247"/>
                  </a:cubicBezTo>
                  <a:cubicBezTo>
                    <a:pt x="1232" y="94"/>
                    <a:pt x="1109" y="1"/>
                    <a:pt x="9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67"/>
            <p:cNvSpPr/>
            <p:nvPr/>
          </p:nvSpPr>
          <p:spPr>
            <a:xfrm>
              <a:off x="7020837" y="2725159"/>
              <a:ext cx="61610" cy="133403"/>
            </a:xfrm>
            <a:custGeom>
              <a:rect b="b" l="l" r="r" t="t"/>
              <a:pathLst>
                <a:path extrusionOk="0" h="4402" w="2033">
                  <a:moveTo>
                    <a:pt x="1015" y="0"/>
                  </a:moveTo>
                  <a:cubicBezTo>
                    <a:pt x="863" y="0"/>
                    <a:pt x="769" y="92"/>
                    <a:pt x="769" y="247"/>
                  </a:cubicBezTo>
                  <a:lnTo>
                    <a:pt x="769" y="431"/>
                  </a:lnTo>
                  <a:cubicBezTo>
                    <a:pt x="309" y="555"/>
                    <a:pt x="1" y="954"/>
                    <a:pt x="1" y="1417"/>
                  </a:cubicBezTo>
                  <a:cubicBezTo>
                    <a:pt x="1" y="1971"/>
                    <a:pt x="461" y="2431"/>
                    <a:pt x="1015" y="2431"/>
                  </a:cubicBezTo>
                  <a:cubicBezTo>
                    <a:pt x="1294" y="2431"/>
                    <a:pt x="1540" y="2648"/>
                    <a:pt x="1540" y="2956"/>
                  </a:cubicBezTo>
                  <a:cubicBezTo>
                    <a:pt x="1540" y="3232"/>
                    <a:pt x="1294" y="3478"/>
                    <a:pt x="1015" y="3478"/>
                  </a:cubicBezTo>
                  <a:cubicBezTo>
                    <a:pt x="708" y="3478"/>
                    <a:pt x="493" y="3232"/>
                    <a:pt x="493" y="2956"/>
                  </a:cubicBezTo>
                  <a:cubicBezTo>
                    <a:pt x="493" y="2801"/>
                    <a:pt x="370" y="2710"/>
                    <a:pt x="247" y="2710"/>
                  </a:cubicBezTo>
                  <a:cubicBezTo>
                    <a:pt x="92" y="2710"/>
                    <a:pt x="1" y="2801"/>
                    <a:pt x="1" y="2956"/>
                  </a:cubicBezTo>
                  <a:cubicBezTo>
                    <a:pt x="1" y="3416"/>
                    <a:pt x="309" y="3818"/>
                    <a:pt x="769" y="3941"/>
                  </a:cubicBezTo>
                  <a:lnTo>
                    <a:pt x="769" y="4155"/>
                  </a:lnTo>
                  <a:cubicBezTo>
                    <a:pt x="769" y="4310"/>
                    <a:pt x="863" y="4402"/>
                    <a:pt x="1015" y="4402"/>
                  </a:cubicBezTo>
                  <a:cubicBezTo>
                    <a:pt x="1139" y="4402"/>
                    <a:pt x="1262" y="4310"/>
                    <a:pt x="1262" y="4155"/>
                  </a:cubicBezTo>
                  <a:lnTo>
                    <a:pt x="1262" y="3941"/>
                  </a:lnTo>
                  <a:cubicBezTo>
                    <a:pt x="1693" y="3818"/>
                    <a:pt x="2033" y="3416"/>
                    <a:pt x="2001" y="2956"/>
                  </a:cubicBezTo>
                  <a:cubicBezTo>
                    <a:pt x="2001" y="2402"/>
                    <a:pt x="1570" y="1939"/>
                    <a:pt x="1015" y="1939"/>
                  </a:cubicBezTo>
                  <a:cubicBezTo>
                    <a:pt x="708" y="1939"/>
                    <a:pt x="493" y="1724"/>
                    <a:pt x="493" y="1417"/>
                  </a:cubicBezTo>
                  <a:cubicBezTo>
                    <a:pt x="493" y="1138"/>
                    <a:pt x="740" y="892"/>
                    <a:pt x="1015" y="892"/>
                  </a:cubicBezTo>
                  <a:cubicBezTo>
                    <a:pt x="1294" y="924"/>
                    <a:pt x="1540" y="1138"/>
                    <a:pt x="1540" y="1417"/>
                  </a:cubicBezTo>
                  <a:cubicBezTo>
                    <a:pt x="1508" y="1569"/>
                    <a:pt x="1631" y="1663"/>
                    <a:pt x="1754" y="1663"/>
                  </a:cubicBezTo>
                  <a:cubicBezTo>
                    <a:pt x="1909" y="1663"/>
                    <a:pt x="2001" y="1569"/>
                    <a:pt x="2001" y="1417"/>
                  </a:cubicBezTo>
                  <a:cubicBezTo>
                    <a:pt x="2033" y="954"/>
                    <a:pt x="1693" y="555"/>
                    <a:pt x="1262" y="431"/>
                  </a:cubicBezTo>
                  <a:lnTo>
                    <a:pt x="1262" y="247"/>
                  </a:lnTo>
                  <a:cubicBezTo>
                    <a:pt x="1262" y="92"/>
                    <a:pt x="1139" y="0"/>
                    <a:pt x="10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67"/>
            <p:cNvSpPr/>
            <p:nvPr/>
          </p:nvSpPr>
          <p:spPr>
            <a:xfrm>
              <a:off x="6977925" y="2342952"/>
              <a:ext cx="475849" cy="610009"/>
            </a:xfrm>
            <a:custGeom>
              <a:rect b="b" l="l" r="r" t="t"/>
              <a:pathLst>
                <a:path extrusionOk="0" h="20129" w="15702">
                  <a:moveTo>
                    <a:pt x="8219" y="574"/>
                  </a:moveTo>
                  <a:cubicBezTo>
                    <a:pt x="8621" y="842"/>
                    <a:pt x="9077" y="973"/>
                    <a:pt x="9528" y="973"/>
                  </a:cubicBezTo>
                  <a:cubicBezTo>
                    <a:pt x="9907" y="973"/>
                    <a:pt x="10283" y="881"/>
                    <a:pt x="10620" y="697"/>
                  </a:cubicBezTo>
                  <a:lnTo>
                    <a:pt x="10620" y="9780"/>
                  </a:lnTo>
                  <a:lnTo>
                    <a:pt x="10497" y="9780"/>
                  </a:lnTo>
                  <a:cubicBezTo>
                    <a:pt x="9236" y="9780"/>
                    <a:pt x="8034" y="10241"/>
                    <a:pt x="7081" y="11103"/>
                  </a:cubicBezTo>
                  <a:lnTo>
                    <a:pt x="4340" y="11103"/>
                  </a:lnTo>
                  <a:cubicBezTo>
                    <a:pt x="4217" y="11103"/>
                    <a:pt x="4094" y="11196"/>
                    <a:pt x="4094" y="11349"/>
                  </a:cubicBezTo>
                  <a:cubicBezTo>
                    <a:pt x="4094" y="11472"/>
                    <a:pt x="4217" y="11595"/>
                    <a:pt x="4340" y="11595"/>
                  </a:cubicBezTo>
                  <a:lnTo>
                    <a:pt x="6589" y="11595"/>
                  </a:lnTo>
                  <a:cubicBezTo>
                    <a:pt x="5879" y="12428"/>
                    <a:pt x="5448" y="13474"/>
                    <a:pt x="5357" y="14551"/>
                  </a:cubicBezTo>
                  <a:cubicBezTo>
                    <a:pt x="5325" y="14706"/>
                    <a:pt x="5448" y="14829"/>
                    <a:pt x="5572" y="14829"/>
                  </a:cubicBezTo>
                  <a:lnTo>
                    <a:pt x="5604" y="14829"/>
                  </a:lnTo>
                  <a:cubicBezTo>
                    <a:pt x="5727" y="14829"/>
                    <a:pt x="5818" y="14735"/>
                    <a:pt x="5850" y="14612"/>
                  </a:cubicBezTo>
                  <a:cubicBezTo>
                    <a:pt x="6028" y="12211"/>
                    <a:pt x="8035" y="10294"/>
                    <a:pt x="10466" y="10294"/>
                  </a:cubicBezTo>
                  <a:cubicBezTo>
                    <a:pt x="10558" y="10294"/>
                    <a:pt x="10650" y="10297"/>
                    <a:pt x="10744" y="10302"/>
                  </a:cubicBezTo>
                  <a:cubicBezTo>
                    <a:pt x="13145" y="10396"/>
                    <a:pt x="15085" y="12366"/>
                    <a:pt x="15177" y="14797"/>
                  </a:cubicBezTo>
                  <a:cubicBezTo>
                    <a:pt x="15270" y="17445"/>
                    <a:pt x="13145" y="19632"/>
                    <a:pt x="10497" y="19632"/>
                  </a:cubicBezTo>
                  <a:cubicBezTo>
                    <a:pt x="8374" y="19632"/>
                    <a:pt x="6527" y="18215"/>
                    <a:pt x="5973" y="16152"/>
                  </a:cubicBezTo>
                  <a:cubicBezTo>
                    <a:pt x="5948" y="16056"/>
                    <a:pt x="5868" y="15979"/>
                    <a:pt x="5775" y="15979"/>
                  </a:cubicBezTo>
                  <a:cubicBezTo>
                    <a:pt x="5749" y="15979"/>
                    <a:pt x="5722" y="15985"/>
                    <a:pt x="5695" y="15999"/>
                  </a:cubicBezTo>
                  <a:cubicBezTo>
                    <a:pt x="5542" y="16028"/>
                    <a:pt x="5480" y="16152"/>
                    <a:pt x="5510" y="16275"/>
                  </a:cubicBezTo>
                  <a:cubicBezTo>
                    <a:pt x="5665" y="16829"/>
                    <a:pt x="5879" y="17353"/>
                    <a:pt x="6219" y="17814"/>
                  </a:cubicBezTo>
                  <a:lnTo>
                    <a:pt x="5542" y="18339"/>
                  </a:lnTo>
                  <a:cubicBezTo>
                    <a:pt x="5142" y="18061"/>
                    <a:pt x="4680" y="17923"/>
                    <a:pt x="4218" y="17923"/>
                  </a:cubicBezTo>
                  <a:cubicBezTo>
                    <a:pt x="3756" y="17923"/>
                    <a:pt x="3295" y="18061"/>
                    <a:pt x="2895" y="18339"/>
                  </a:cubicBezTo>
                  <a:cubicBezTo>
                    <a:pt x="2501" y="18065"/>
                    <a:pt x="2033" y="17934"/>
                    <a:pt x="1568" y="17934"/>
                  </a:cubicBezTo>
                  <a:cubicBezTo>
                    <a:pt x="1194" y="17934"/>
                    <a:pt x="822" y="18019"/>
                    <a:pt x="493" y="18183"/>
                  </a:cubicBezTo>
                  <a:lnTo>
                    <a:pt x="493" y="697"/>
                  </a:lnTo>
                  <a:cubicBezTo>
                    <a:pt x="831" y="881"/>
                    <a:pt x="1213" y="973"/>
                    <a:pt x="1596" y="973"/>
                  </a:cubicBezTo>
                  <a:cubicBezTo>
                    <a:pt x="2052" y="973"/>
                    <a:pt x="2509" y="842"/>
                    <a:pt x="2895" y="574"/>
                  </a:cubicBezTo>
                  <a:cubicBezTo>
                    <a:pt x="3295" y="836"/>
                    <a:pt x="3764" y="968"/>
                    <a:pt x="4233" y="968"/>
                  </a:cubicBezTo>
                  <a:cubicBezTo>
                    <a:pt x="4702" y="968"/>
                    <a:pt x="5171" y="836"/>
                    <a:pt x="5572" y="574"/>
                  </a:cubicBezTo>
                  <a:cubicBezTo>
                    <a:pt x="5972" y="836"/>
                    <a:pt x="6434" y="968"/>
                    <a:pt x="6895" y="968"/>
                  </a:cubicBezTo>
                  <a:cubicBezTo>
                    <a:pt x="7357" y="968"/>
                    <a:pt x="7819" y="836"/>
                    <a:pt x="8219" y="574"/>
                  </a:cubicBezTo>
                  <a:close/>
                  <a:moveTo>
                    <a:pt x="235" y="1"/>
                  </a:moveTo>
                  <a:cubicBezTo>
                    <a:pt x="199" y="1"/>
                    <a:pt x="161" y="8"/>
                    <a:pt x="124" y="20"/>
                  </a:cubicBezTo>
                  <a:cubicBezTo>
                    <a:pt x="30" y="82"/>
                    <a:pt x="1" y="175"/>
                    <a:pt x="1" y="266"/>
                  </a:cubicBezTo>
                  <a:lnTo>
                    <a:pt x="1" y="18646"/>
                  </a:lnTo>
                  <a:cubicBezTo>
                    <a:pt x="1" y="18738"/>
                    <a:pt x="62" y="18831"/>
                    <a:pt x="124" y="18861"/>
                  </a:cubicBezTo>
                  <a:cubicBezTo>
                    <a:pt x="159" y="18884"/>
                    <a:pt x="195" y="18895"/>
                    <a:pt x="230" y="18895"/>
                  </a:cubicBezTo>
                  <a:cubicBezTo>
                    <a:pt x="287" y="18895"/>
                    <a:pt x="344" y="18869"/>
                    <a:pt x="400" y="18831"/>
                  </a:cubicBezTo>
                  <a:cubicBezTo>
                    <a:pt x="738" y="18554"/>
                    <a:pt x="1154" y="18415"/>
                    <a:pt x="1570" y="18415"/>
                  </a:cubicBezTo>
                  <a:cubicBezTo>
                    <a:pt x="1985" y="18415"/>
                    <a:pt x="2401" y="18554"/>
                    <a:pt x="2739" y="18831"/>
                  </a:cubicBezTo>
                  <a:cubicBezTo>
                    <a:pt x="2739" y="18861"/>
                    <a:pt x="2771" y="18861"/>
                    <a:pt x="2771" y="18861"/>
                  </a:cubicBezTo>
                  <a:cubicBezTo>
                    <a:pt x="2812" y="18888"/>
                    <a:pt x="2854" y="18904"/>
                    <a:pt x="2896" y="18904"/>
                  </a:cubicBezTo>
                  <a:cubicBezTo>
                    <a:pt x="2946" y="18904"/>
                    <a:pt x="2997" y="18881"/>
                    <a:pt x="3047" y="18831"/>
                  </a:cubicBezTo>
                  <a:cubicBezTo>
                    <a:pt x="3386" y="18554"/>
                    <a:pt x="3801" y="18415"/>
                    <a:pt x="4221" y="18415"/>
                  </a:cubicBezTo>
                  <a:cubicBezTo>
                    <a:pt x="4641" y="18415"/>
                    <a:pt x="5064" y="18554"/>
                    <a:pt x="5419" y="18831"/>
                  </a:cubicBezTo>
                  <a:cubicBezTo>
                    <a:pt x="5464" y="18877"/>
                    <a:pt x="5518" y="18899"/>
                    <a:pt x="5572" y="18899"/>
                  </a:cubicBezTo>
                  <a:cubicBezTo>
                    <a:pt x="5626" y="18899"/>
                    <a:pt x="5680" y="18877"/>
                    <a:pt x="5727" y="18831"/>
                  </a:cubicBezTo>
                  <a:lnTo>
                    <a:pt x="6495" y="18215"/>
                  </a:lnTo>
                  <a:cubicBezTo>
                    <a:pt x="7511" y="19476"/>
                    <a:pt x="9004" y="20129"/>
                    <a:pt x="10512" y="20129"/>
                  </a:cubicBezTo>
                  <a:cubicBezTo>
                    <a:pt x="11654" y="20129"/>
                    <a:pt x="12805" y="19754"/>
                    <a:pt x="13760" y="18984"/>
                  </a:cubicBezTo>
                  <a:cubicBezTo>
                    <a:pt x="14992" y="17999"/>
                    <a:pt x="15701" y="16491"/>
                    <a:pt x="15669" y="14920"/>
                  </a:cubicBezTo>
                  <a:cubicBezTo>
                    <a:pt x="15640" y="12305"/>
                    <a:pt x="13669" y="10118"/>
                    <a:pt x="11113" y="9842"/>
                  </a:cubicBezTo>
                  <a:lnTo>
                    <a:pt x="11113" y="266"/>
                  </a:lnTo>
                  <a:cubicBezTo>
                    <a:pt x="11113" y="114"/>
                    <a:pt x="11022" y="20"/>
                    <a:pt x="10899" y="20"/>
                  </a:cubicBezTo>
                  <a:cubicBezTo>
                    <a:pt x="10837" y="20"/>
                    <a:pt x="10776" y="20"/>
                    <a:pt x="10744" y="52"/>
                  </a:cubicBezTo>
                  <a:cubicBezTo>
                    <a:pt x="10390" y="329"/>
                    <a:pt x="9975" y="468"/>
                    <a:pt x="9559" y="468"/>
                  </a:cubicBezTo>
                  <a:cubicBezTo>
                    <a:pt x="9143" y="468"/>
                    <a:pt x="8728" y="329"/>
                    <a:pt x="8374" y="52"/>
                  </a:cubicBezTo>
                  <a:cubicBezTo>
                    <a:pt x="8327" y="21"/>
                    <a:pt x="8273" y="6"/>
                    <a:pt x="8219" y="6"/>
                  </a:cubicBezTo>
                  <a:cubicBezTo>
                    <a:pt x="8166" y="6"/>
                    <a:pt x="8112" y="21"/>
                    <a:pt x="8066" y="52"/>
                  </a:cubicBezTo>
                  <a:cubicBezTo>
                    <a:pt x="7728" y="329"/>
                    <a:pt x="7312" y="468"/>
                    <a:pt x="6897" y="468"/>
                  </a:cubicBezTo>
                  <a:cubicBezTo>
                    <a:pt x="6481" y="468"/>
                    <a:pt x="6065" y="329"/>
                    <a:pt x="5727" y="52"/>
                  </a:cubicBezTo>
                  <a:lnTo>
                    <a:pt x="5695" y="52"/>
                  </a:lnTo>
                  <a:cubicBezTo>
                    <a:pt x="5649" y="21"/>
                    <a:pt x="5596" y="6"/>
                    <a:pt x="5546" y="6"/>
                  </a:cubicBezTo>
                  <a:cubicBezTo>
                    <a:pt x="5496" y="6"/>
                    <a:pt x="5450" y="21"/>
                    <a:pt x="5419" y="52"/>
                  </a:cubicBezTo>
                  <a:cubicBezTo>
                    <a:pt x="5064" y="329"/>
                    <a:pt x="4641" y="468"/>
                    <a:pt x="4221" y="468"/>
                  </a:cubicBezTo>
                  <a:cubicBezTo>
                    <a:pt x="3801" y="468"/>
                    <a:pt x="3386" y="329"/>
                    <a:pt x="3047" y="52"/>
                  </a:cubicBezTo>
                  <a:lnTo>
                    <a:pt x="3018" y="52"/>
                  </a:lnTo>
                  <a:cubicBezTo>
                    <a:pt x="2971" y="21"/>
                    <a:pt x="2925" y="6"/>
                    <a:pt x="2878" y="6"/>
                  </a:cubicBezTo>
                  <a:cubicBezTo>
                    <a:pt x="2832" y="6"/>
                    <a:pt x="2786" y="21"/>
                    <a:pt x="2739" y="52"/>
                  </a:cubicBezTo>
                  <a:cubicBezTo>
                    <a:pt x="2401" y="329"/>
                    <a:pt x="1985" y="468"/>
                    <a:pt x="1566" y="468"/>
                  </a:cubicBezTo>
                  <a:cubicBezTo>
                    <a:pt x="1147" y="468"/>
                    <a:pt x="724" y="329"/>
                    <a:pt x="370" y="52"/>
                  </a:cubicBezTo>
                  <a:cubicBezTo>
                    <a:pt x="334" y="16"/>
                    <a:pt x="286" y="1"/>
                    <a:pt x="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67"/>
            <p:cNvSpPr/>
            <p:nvPr/>
          </p:nvSpPr>
          <p:spPr>
            <a:xfrm>
              <a:off x="7018989" y="2490962"/>
              <a:ext cx="254683" cy="14940"/>
            </a:xfrm>
            <a:custGeom>
              <a:rect b="b" l="l" r="r" t="t"/>
              <a:pathLst>
                <a:path extrusionOk="0" h="493" w="8404">
                  <a:moveTo>
                    <a:pt x="247" y="0"/>
                  </a:moveTo>
                  <a:cubicBezTo>
                    <a:pt x="123" y="0"/>
                    <a:pt x="0" y="123"/>
                    <a:pt x="0" y="246"/>
                  </a:cubicBezTo>
                  <a:cubicBezTo>
                    <a:pt x="0" y="402"/>
                    <a:pt x="123" y="493"/>
                    <a:pt x="247" y="493"/>
                  </a:cubicBezTo>
                  <a:lnTo>
                    <a:pt x="8157" y="493"/>
                  </a:lnTo>
                  <a:cubicBezTo>
                    <a:pt x="8280" y="493"/>
                    <a:pt x="8403" y="402"/>
                    <a:pt x="8403" y="246"/>
                  </a:cubicBezTo>
                  <a:cubicBezTo>
                    <a:pt x="8403" y="123"/>
                    <a:pt x="8280" y="0"/>
                    <a:pt x="8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67"/>
            <p:cNvSpPr/>
            <p:nvPr/>
          </p:nvSpPr>
          <p:spPr>
            <a:xfrm>
              <a:off x="7018989" y="2453626"/>
              <a:ext cx="254683" cy="14971"/>
            </a:xfrm>
            <a:custGeom>
              <a:rect b="b" l="l" r="r" t="t"/>
              <a:pathLst>
                <a:path extrusionOk="0" h="494" w="8404">
                  <a:moveTo>
                    <a:pt x="247" y="1"/>
                  </a:moveTo>
                  <a:cubicBezTo>
                    <a:pt x="123" y="1"/>
                    <a:pt x="0" y="124"/>
                    <a:pt x="0" y="247"/>
                  </a:cubicBezTo>
                  <a:cubicBezTo>
                    <a:pt x="0" y="402"/>
                    <a:pt x="123" y="493"/>
                    <a:pt x="247" y="493"/>
                  </a:cubicBezTo>
                  <a:lnTo>
                    <a:pt x="8157" y="493"/>
                  </a:lnTo>
                  <a:cubicBezTo>
                    <a:pt x="8280" y="493"/>
                    <a:pt x="8403" y="402"/>
                    <a:pt x="8403" y="247"/>
                  </a:cubicBezTo>
                  <a:cubicBezTo>
                    <a:pt x="8403" y="124"/>
                    <a:pt x="8280" y="1"/>
                    <a:pt x="8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67"/>
            <p:cNvSpPr/>
            <p:nvPr/>
          </p:nvSpPr>
          <p:spPr>
            <a:xfrm>
              <a:off x="6948075" y="2449899"/>
              <a:ext cx="14971" cy="197831"/>
            </a:xfrm>
            <a:custGeom>
              <a:rect b="b" l="l" r="r" t="t"/>
              <a:pathLst>
                <a:path extrusionOk="0" h="6528" w="494">
                  <a:moveTo>
                    <a:pt x="247" y="1"/>
                  </a:moveTo>
                  <a:cubicBezTo>
                    <a:pt x="92" y="1"/>
                    <a:pt x="1" y="124"/>
                    <a:pt x="1" y="247"/>
                  </a:cubicBezTo>
                  <a:lnTo>
                    <a:pt x="1" y="6281"/>
                  </a:lnTo>
                  <a:cubicBezTo>
                    <a:pt x="1" y="6404"/>
                    <a:pt x="92" y="6527"/>
                    <a:pt x="247" y="6527"/>
                  </a:cubicBezTo>
                  <a:cubicBezTo>
                    <a:pt x="370" y="6527"/>
                    <a:pt x="493" y="6404"/>
                    <a:pt x="493" y="6281"/>
                  </a:cubicBezTo>
                  <a:lnTo>
                    <a:pt x="493" y="247"/>
                  </a:lnTo>
                  <a:cubicBezTo>
                    <a:pt x="493" y="124"/>
                    <a:pt x="370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67"/>
            <p:cNvSpPr/>
            <p:nvPr/>
          </p:nvSpPr>
          <p:spPr>
            <a:xfrm>
              <a:off x="6948075" y="2423776"/>
              <a:ext cx="14971" cy="19668"/>
            </a:xfrm>
            <a:custGeom>
              <a:rect b="b" l="l" r="r" t="t"/>
              <a:pathLst>
                <a:path extrusionOk="0" h="649" w="494">
                  <a:moveTo>
                    <a:pt x="247" y="1"/>
                  </a:moveTo>
                  <a:cubicBezTo>
                    <a:pt x="92" y="1"/>
                    <a:pt x="1" y="124"/>
                    <a:pt x="1" y="247"/>
                  </a:cubicBezTo>
                  <a:lnTo>
                    <a:pt x="1" y="402"/>
                  </a:lnTo>
                  <a:cubicBezTo>
                    <a:pt x="1" y="525"/>
                    <a:pt x="92" y="648"/>
                    <a:pt x="247" y="648"/>
                  </a:cubicBezTo>
                  <a:cubicBezTo>
                    <a:pt x="370" y="648"/>
                    <a:pt x="493" y="525"/>
                    <a:pt x="493" y="402"/>
                  </a:cubicBezTo>
                  <a:lnTo>
                    <a:pt x="493" y="247"/>
                  </a:lnTo>
                  <a:cubicBezTo>
                    <a:pt x="493" y="124"/>
                    <a:pt x="370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67"/>
            <p:cNvSpPr/>
            <p:nvPr/>
          </p:nvSpPr>
          <p:spPr>
            <a:xfrm>
              <a:off x="7216759" y="2729796"/>
              <a:ext cx="149313" cy="147434"/>
            </a:xfrm>
            <a:custGeom>
              <a:rect b="b" l="l" r="r" t="t"/>
              <a:pathLst>
                <a:path extrusionOk="0" h="4865" w="4927">
                  <a:moveTo>
                    <a:pt x="2924" y="493"/>
                  </a:moveTo>
                  <a:lnTo>
                    <a:pt x="2924" y="1818"/>
                  </a:lnTo>
                  <a:cubicBezTo>
                    <a:pt x="2924" y="1941"/>
                    <a:pt x="3047" y="2094"/>
                    <a:pt x="3202" y="2094"/>
                  </a:cubicBezTo>
                  <a:lnTo>
                    <a:pt x="4434" y="2094"/>
                  </a:lnTo>
                  <a:lnTo>
                    <a:pt x="4434" y="2709"/>
                  </a:lnTo>
                  <a:lnTo>
                    <a:pt x="3202" y="2709"/>
                  </a:lnTo>
                  <a:cubicBezTo>
                    <a:pt x="3047" y="2709"/>
                    <a:pt x="2924" y="2803"/>
                    <a:pt x="2924" y="2926"/>
                  </a:cubicBezTo>
                  <a:lnTo>
                    <a:pt x="2924" y="4372"/>
                  </a:lnTo>
                  <a:lnTo>
                    <a:pt x="2001" y="4372"/>
                  </a:lnTo>
                  <a:lnTo>
                    <a:pt x="2001" y="2926"/>
                  </a:lnTo>
                  <a:cubicBezTo>
                    <a:pt x="2001" y="2803"/>
                    <a:pt x="1939" y="2709"/>
                    <a:pt x="1816" y="2709"/>
                  </a:cubicBezTo>
                  <a:lnTo>
                    <a:pt x="493" y="2709"/>
                  </a:lnTo>
                  <a:lnTo>
                    <a:pt x="493" y="2094"/>
                  </a:lnTo>
                  <a:lnTo>
                    <a:pt x="1816" y="2094"/>
                  </a:lnTo>
                  <a:cubicBezTo>
                    <a:pt x="1939" y="2094"/>
                    <a:pt x="2001" y="1941"/>
                    <a:pt x="2001" y="1818"/>
                  </a:cubicBezTo>
                  <a:lnTo>
                    <a:pt x="2001" y="493"/>
                  </a:lnTo>
                  <a:close/>
                  <a:moveTo>
                    <a:pt x="1816" y="0"/>
                  </a:moveTo>
                  <a:cubicBezTo>
                    <a:pt x="1663" y="0"/>
                    <a:pt x="1508" y="94"/>
                    <a:pt x="1508" y="217"/>
                  </a:cubicBezTo>
                  <a:lnTo>
                    <a:pt x="1508" y="1601"/>
                  </a:lnTo>
                  <a:lnTo>
                    <a:pt x="277" y="1601"/>
                  </a:lnTo>
                  <a:cubicBezTo>
                    <a:pt x="153" y="1601"/>
                    <a:pt x="1" y="1695"/>
                    <a:pt x="1" y="1818"/>
                  </a:cubicBezTo>
                  <a:lnTo>
                    <a:pt x="1" y="2926"/>
                  </a:lnTo>
                  <a:cubicBezTo>
                    <a:pt x="1" y="3049"/>
                    <a:pt x="153" y="3202"/>
                    <a:pt x="277" y="3202"/>
                  </a:cubicBezTo>
                  <a:lnTo>
                    <a:pt x="1508" y="3202"/>
                  </a:lnTo>
                  <a:lnTo>
                    <a:pt x="1508" y="4556"/>
                  </a:lnTo>
                  <a:cubicBezTo>
                    <a:pt x="1508" y="4712"/>
                    <a:pt x="1663" y="4864"/>
                    <a:pt x="1816" y="4864"/>
                  </a:cubicBezTo>
                  <a:lnTo>
                    <a:pt x="3202" y="4864"/>
                  </a:lnTo>
                  <a:cubicBezTo>
                    <a:pt x="3326" y="4864"/>
                    <a:pt x="3417" y="4712"/>
                    <a:pt x="3417" y="4556"/>
                  </a:cubicBezTo>
                  <a:lnTo>
                    <a:pt x="3417" y="3202"/>
                  </a:lnTo>
                  <a:lnTo>
                    <a:pt x="4710" y="3202"/>
                  </a:lnTo>
                  <a:cubicBezTo>
                    <a:pt x="4865" y="3202"/>
                    <a:pt x="4926" y="3049"/>
                    <a:pt x="4926" y="2926"/>
                  </a:cubicBezTo>
                  <a:lnTo>
                    <a:pt x="4926" y="1818"/>
                  </a:lnTo>
                  <a:cubicBezTo>
                    <a:pt x="4926" y="1695"/>
                    <a:pt x="4865" y="1601"/>
                    <a:pt x="4710" y="1601"/>
                  </a:cubicBezTo>
                  <a:lnTo>
                    <a:pt x="3417" y="1601"/>
                  </a:lnTo>
                  <a:lnTo>
                    <a:pt x="3417" y="217"/>
                  </a:lnTo>
                  <a:cubicBezTo>
                    <a:pt x="3417" y="94"/>
                    <a:pt x="3326" y="0"/>
                    <a:pt x="3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83125" lIns="83125" spcFirstLastPara="1" rIns="83125" wrap="square" tIns="83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5" name="Google Shape;945;p67"/>
          <p:cNvSpPr/>
          <p:nvPr/>
        </p:nvSpPr>
        <p:spPr>
          <a:xfrm>
            <a:off x="622913" y="1795950"/>
            <a:ext cx="2620800" cy="564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33150" lIns="66325" spcFirstLastPara="1" rIns="66325" wrap="square" tIns="3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67"/>
          <p:cNvSpPr txBox="1"/>
          <p:nvPr/>
        </p:nvSpPr>
        <p:spPr>
          <a:xfrm>
            <a:off x="622913" y="1945235"/>
            <a:ext cx="26208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6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Iteração 1</a:t>
            </a:r>
            <a:endParaRPr sz="101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47" name="Google Shape;947;p67"/>
          <p:cNvSpPr/>
          <p:nvPr/>
        </p:nvSpPr>
        <p:spPr>
          <a:xfrm>
            <a:off x="622920" y="2393075"/>
            <a:ext cx="2620800" cy="1137600"/>
          </a:xfrm>
          <a:prstGeom prst="rect">
            <a:avLst/>
          </a:prstGeom>
          <a:solidFill>
            <a:srgbClr val="EAF3F4"/>
          </a:solidFill>
          <a:ln cap="flat" cmpd="sng" w="9200">
            <a:solidFill>
              <a:srgbClr val="CFDF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150" lIns="66325" spcFirstLastPara="1" rIns="66325" wrap="square" tIns="3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67"/>
          <p:cNvSpPr txBox="1"/>
          <p:nvPr/>
        </p:nvSpPr>
        <p:spPr>
          <a:xfrm>
            <a:off x="788782" y="2558946"/>
            <a:ext cx="2289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150" lIns="0" spcFirstLastPara="1" rIns="0" wrap="square" tIns="3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Todo o </a:t>
            </a:r>
            <a:r>
              <a:rPr b="1"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frontend </a:t>
            </a:r>
            <a:r>
              <a:rPr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construído</a:t>
            </a:r>
            <a:endParaRPr sz="1016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1016"/>
              </a:spcBef>
              <a:spcAft>
                <a:spcPts val="0"/>
              </a:spcAft>
              <a:buNone/>
            </a:pPr>
            <a:r>
              <a:rPr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Base de várias </a:t>
            </a:r>
            <a:r>
              <a:rPr b="1"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user stories</a:t>
            </a:r>
            <a:endParaRPr b="1" sz="1016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1016"/>
              </a:spcBef>
              <a:spcAft>
                <a:spcPts val="0"/>
              </a:spcAft>
              <a:buNone/>
            </a:pPr>
            <a:r>
              <a:rPr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Board </a:t>
            </a:r>
            <a:r>
              <a:rPr b="1"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Kanban </a:t>
            </a:r>
            <a:r>
              <a:rPr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a arrancar</a:t>
            </a:r>
            <a:endParaRPr sz="101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49" name="Google Shape;949;p67"/>
          <p:cNvSpPr/>
          <p:nvPr/>
        </p:nvSpPr>
        <p:spPr>
          <a:xfrm>
            <a:off x="3303349" y="1795950"/>
            <a:ext cx="2620800" cy="564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33150" lIns="66325" spcFirstLastPara="1" rIns="66325" wrap="square" tIns="3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67"/>
          <p:cNvSpPr txBox="1"/>
          <p:nvPr/>
        </p:nvSpPr>
        <p:spPr>
          <a:xfrm>
            <a:off x="3303304" y="1977361"/>
            <a:ext cx="26208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6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Iteração 2</a:t>
            </a:r>
            <a:endParaRPr sz="101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51" name="Google Shape;951;p67"/>
          <p:cNvSpPr/>
          <p:nvPr/>
        </p:nvSpPr>
        <p:spPr>
          <a:xfrm>
            <a:off x="3303355" y="2393075"/>
            <a:ext cx="2620800" cy="1137600"/>
          </a:xfrm>
          <a:prstGeom prst="rect">
            <a:avLst/>
          </a:prstGeom>
          <a:solidFill>
            <a:srgbClr val="EAF3F4"/>
          </a:solidFill>
          <a:ln cap="flat" cmpd="sng" w="9200">
            <a:solidFill>
              <a:srgbClr val="CFDF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150" lIns="66325" spcFirstLastPara="1" rIns="66325" wrap="square" tIns="3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67"/>
          <p:cNvSpPr txBox="1"/>
          <p:nvPr/>
        </p:nvSpPr>
        <p:spPr>
          <a:xfrm>
            <a:off x="3469217" y="2558946"/>
            <a:ext cx="2289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150" lIns="0" spcFirstLastPara="1" rIns="0" wrap="square" tIns="3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Supabase </a:t>
            </a:r>
            <a:r>
              <a:rPr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e </a:t>
            </a:r>
            <a:r>
              <a:rPr b="1"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A</a:t>
            </a:r>
            <a:r>
              <a:rPr b="1"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uth </a:t>
            </a:r>
            <a:r>
              <a:rPr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nos 4 portais</a:t>
            </a:r>
            <a:endParaRPr sz="1016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1016"/>
              </a:spcBef>
              <a:spcAft>
                <a:spcPts val="0"/>
              </a:spcAft>
              <a:buNone/>
            </a:pPr>
            <a:r>
              <a:rPr b="1"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Dados </a:t>
            </a:r>
            <a:r>
              <a:rPr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reais (incluindo Admin)</a:t>
            </a:r>
            <a:endParaRPr sz="1016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1016"/>
              </a:spcBef>
              <a:spcAft>
                <a:spcPts val="0"/>
              </a:spcAft>
              <a:buNone/>
            </a:pPr>
            <a:r>
              <a:rPr b="1"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Backlog </a:t>
            </a:r>
            <a:r>
              <a:rPr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atribuído e monitorizado</a:t>
            </a:r>
            <a:endParaRPr sz="101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53" name="Google Shape;953;p67"/>
          <p:cNvSpPr/>
          <p:nvPr/>
        </p:nvSpPr>
        <p:spPr>
          <a:xfrm>
            <a:off x="5983785" y="1795950"/>
            <a:ext cx="2620800" cy="564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33150" lIns="66325" spcFirstLastPara="1" rIns="66325" wrap="square" tIns="3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67"/>
          <p:cNvSpPr txBox="1"/>
          <p:nvPr/>
        </p:nvSpPr>
        <p:spPr>
          <a:xfrm>
            <a:off x="5983676" y="1977370"/>
            <a:ext cx="26208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6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Iteração 3</a:t>
            </a:r>
            <a:endParaRPr sz="1016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55" name="Google Shape;955;p67"/>
          <p:cNvSpPr/>
          <p:nvPr/>
        </p:nvSpPr>
        <p:spPr>
          <a:xfrm>
            <a:off x="5983791" y="2393075"/>
            <a:ext cx="2620800" cy="1137600"/>
          </a:xfrm>
          <a:prstGeom prst="rect">
            <a:avLst/>
          </a:prstGeom>
          <a:solidFill>
            <a:srgbClr val="EAF3F4"/>
          </a:solidFill>
          <a:ln cap="flat" cmpd="sng" w="9200">
            <a:solidFill>
              <a:srgbClr val="CFDF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150" lIns="66325" spcFirstLastPara="1" rIns="66325" wrap="square" tIns="3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67"/>
          <p:cNvSpPr txBox="1"/>
          <p:nvPr/>
        </p:nvSpPr>
        <p:spPr>
          <a:xfrm>
            <a:off x="6149653" y="2558946"/>
            <a:ext cx="2289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150" lIns="0" spcFirstLastPara="1" rIns="0" wrap="square" tIns="3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15 </a:t>
            </a:r>
            <a:r>
              <a:rPr b="1"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US</a:t>
            </a:r>
            <a:r>
              <a:rPr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 fechadas</a:t>
            </a:r>
            <a:endParaRPr sz="1016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1016"/>
              </a:spcBef>
              <a:spcAft>
                <a:spcPts val="0"/>
              </a:spcAft>
              <a:buNone/>
            </a:pPr>
            <a:r>
              <a:rPr b="1"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Email, SMS, faturas e relatórios</a:t>
            </a:r>
            <a:endParaRPr b="1" sz="1016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1016"/>
              </a:spcBef>
              <a:spcAft>
                <a:spcPts val="0"/>
              </a:spcAft>
              <a:buNone/>
            </a:pPr>
            <a:r>
              <a:rPr b="1"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Unit e Acceptance t</a:t>
            </a:r>
            <a:r>
              <a:rPr b="1" lang="en" sz="943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ests</a:t>
            </a:r>
            <a:endParaRPr b="1" sz="1016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8"/>
          <p:cNvSpPr txBox="1"/>
          <p:nvPr>
            <p:ph type="title"/>
          </p:nvPr>
        </p:nvSpPr>
        <p:spPr>
          <a:xfrm>
            <a:off x="449150" y="539500"/>
            <a:ext cx="83292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Qualidade: Testes Automatizados</a:t>
            </a:r>
            <a:endParaRPr/>
          </a:p>
        </p:txBody>
      </p:sp>
      <p:sp>
        <p:nvSpPr>
          <p:cNvPr id="962" name="Google Shape;962;p68"/>
          <p:cNvSpPr txBox="1"/>
          <p:nvPr/>
        </p:nvSpPr>
        <p:spPr>
          <a:xfrm>
            <a:off x="449150" y="1543925"/>
            <a:ext cx="61716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00" lIns="0" spcFirstLastPara="1" rIns="0" wrap="square" tIns="31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E7C86"/>
                </a:solidFill>
                <a:latin typeface="Comfortaa"/>
                <a:ea typeface="Comfortaa"/>
                <a:cs typeface="Comfortaa"/>
                <a:sym typeface="Comfortaa"/>
              </a:rPr>
              <a:t>Admin</a:t>
            </a:r>
            <a:r>
              <a:rPr b="1"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: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7 ficheiros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-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permissões, utilizadores, agendas, exportação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751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E7C86"/>
                </a:solidFill>
                <a:latin typeface="Comfortaa"/>
                <a:ea typeface="Comfortaa"/>
                <a:cs typeface="Comfortaa"/>
                <a:sym typeface="Comfortaa"/>
              </a:rPr>
              <a:t>Médico</a:t>
            </a:r>
            <a:r>
              <a:rPr b="1"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: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 6 ficheiros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-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bloqueio, consulta, envio de documentos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751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</a:t>
            </a:r>
            <a:r>
              <a:rPr b="1"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n" sz="1200">
                <a:solidFill>
                  <a:srgbClr val="0E7C86"/>
                </a:solidFill>
                <a:latin typeface="Comfortaa"/>
                <a:ea typeface="Comfortaa"/>
                <a:cs typeface="Comfortaa"/>
                <a:sym typeface="Comfortaa"/>
              </a:rPr>
              <a:t>Paciente</a:t>
            </a:r>
            <a:r>
              <a:rPr b="1"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: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4 ficheiros - marcação, consultas, perfil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751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E7C86"/>
                </a:solidFill>
                <a:latin typeface="Comfortaa"/>
                <a:ea typeface="Comfortaa"/>
                <a:cs typeface="Comfortaa"/>
                <a:sym typeface="Comfortaa"/>
              </a:rPr>
              <a:t>Receção</a:t>
            </a:r>
            <a:r>
              <a:rPr b="1"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: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 4 ficheiros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-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marcar/alterar, tempo de espera, faturas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63" name="Google Shape;963;p68"/>
          <p:cNvSpPr txBox="1"/>
          <p:nvPr/>
        </p:nvSpPr>
        <p:spPr>
          <a:xfrm>
            <a:off x="2259175" y="3082200"/>
            <a:ext cx="6171600" cy="9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00" lIns="0" spcFirstLastPara="1" rIns="0" wrap="square" tIns="31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E7C86"/>
                </a:solidFill>
                <a:latin typeface="Comfortaa"/>
                <a:ea typeface="Comfortaa"/>
                <a:cs typeface="Comfortaa"/>
                <a:sym typeface="Comfortaa"/>
              </a:rPr>
              <a:t>Abordagem</a:t>
            </a:r>
            <a:r>
              <a:rPr b="1"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: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 lógica de negócio testada em funções puras, sem (unit tests) / com (acceptance tests) com BD a correr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751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</a:t>
            </a:r>
            <a:r>
              <a:rPr b="1"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b="1" lang="en" sz="1200">
                <a:solidFill>
                  <a:srgbClr val="0E7C86"/>
                </a:solidFill>
                <a:latin typeface="Comfortaa"/>
                <a:ea typeface="Comfortaa"/>
                <a:cs typeface="Comfortaa"/>
                <a:sym typeface="Comfortaa"/>
              </a:rPr>
              <a:t>Aceitação</a:t>
            </a:r>
            <a:r>
              <a:rPr b="1"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: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 cenários Given/When/Then derivados das user stories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751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0E7C86"/>
                </a:solidFill>
                <a:latin typeface="Comfortaa"/>
                <a:ea typeface="Comfortaa"/>
                <a:cs typeface="Comfortaa"/>
                <a:sym typeface="Comfortaa"/>
              </a:rPr>
              <a:t>Exemplos</a:t>
            </a:r>
            <a:r>
              <a:rPr b="1"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: </a:t>
            </a:r>
            <a:r>
              <a:rPr lang="en" sz="1200">
                <a:solidFill>
                  <a:srgbClr val="142429"/>
                </a:solidFill>
                <a:latin typeface="Comfortaa"/>
                <a:ea typeface="Comfortaa"/>
                <a:cs typeface="Comfortaa"/>
                <a:sym typeface="Comfortaa"/>
              </a:rPr>
              <a:t>validação de bloqueio de horário, conversão UTC, regra das 24h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9"/>
          <p:cNvSpPr txBox="1"/>
          <p:nvPr>
            <p:ph type="title"/>
          </p:nvPr>
        </p:nvSpPr>
        <p:spPr>
          <a:xfrm>
            <a:off x="449150" y="539500"/>
            <a:ext cx="83292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Dificuldades e a sua superação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69"/>
          <p:cNvSpPr txBox="1"/>
          <p:nvPr/>
        </p:nvSpPr>
        <p:spPr>
          <a:xfrm>
            <a:off x="449150" y="1543925"/>
            <a:ext cx="7801200" cy="24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00" lIns="0" spcFirstLastPara="1" rIns="0" wrap="square" tIns="31200">
            <a:spAutoFit/>
          </a:bodyPr>
          <a:lstStyle/>
          <a:p>
            <a:pPr indent="0" lvl="0" marL="0" marR="0" rtl="0" algn="l">
              <a:spcBef>
                <a:spcPts val="751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Políticas RLS (acesso por role)</a:t>
            </a:r>
            <a:endParaRPr b="1" sz="1200">
              <a:solidFill>
                <a:srgbClr val="21212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751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Migrações dedicadas às políticas e testes role a role até cada perfil ficar isolado</a:t>
            </a:r>
            <a:endParaRPr sz="1200">
              <a:solidFill>
                <a:srgbClr val="21212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0" marR="0" rtl="0" algn="l">
              <a:spcBef>
                <a:spcPts val="751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1212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751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Testar Flutter com Supabase</a:t>
            </a:r>
            <a:endParaRPr b="1" sz="1200">
              <a:solidFill>
                <a:srgbClr val="21212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751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Trocar o teste de integração por testes unitários de lógica pura (286 casos)</a:t>
            </a:r>
            <a:endParaRPr sz="1200">
              <a:solidFill>
                <a:srgbClr val="21212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751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1212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751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• </a:t>
            </a:r>
            <a:r>
              <a:rPr b="1"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Notificações email/SMS </a:t>
            </a:r>
            <a:endParaRPr b="1" sz="1200">
              <a:solidFill>
                <a:srgbClr val="21212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751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  <a:latin typeface="Comfortaa"/>
                <a:ea typeface="Comfortaa"/>
                <a:cs typeface="Comfortaa"/>
                <a:sym typeface="Comfortaa"/>
              </a:rPr>
              <a:t>Isolar em Edge Functions (Deno) e gerir credenciais fora dos assets (.env)</a:t>
            </a:r>
            <a:endParaRPr b="1" sz="1200">
              <a:solidFill>
                <a:srgbClr val="21212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751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1212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70"/>
          <p:cNvSpPr txBox="1"/>
          <p:nvPr>
            <p:ph type="title"/>
          </p:nvPr>
        </p:nvSpPr>
        <p:spPr>
          <a:xfrm>
            <a:off x="713225" y="539500"/>
            <a:ext cx="70020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Inteligência artificial</a:t>
            </a:r>
            <a:endParaRPr/>
          </a:p>
        </p:txBody>
      </p:sp>
      <p:sp>
        <p:nvSpPr>
          <p:cNvPr id="975" name="Google Shape;975;p70"/>
          <p:cNvSpPr txBox="1"/>
          <p:nvPr>
            <p:ph idx="1" type="subTitle"/>
          </p:nvPr>
        </p:nvSpPr>
        <p:spPr>
          <a:xfrm>
            <a:off x="713225" y="1582500"/>
            <a:ext cx="7348200" cy="27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Consideramos que a utilização da inteligência artificial foi importante para o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desenvolvimento da nossa aplicação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e para o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esclarecimento de dúvidas.</a:t>
            </a:r>
            <a:endParaRPr b="1"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Foi-nos útil a geração de código das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migrations 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(para adicionar parâmetros à database) e nas nossas edge functions.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Também foi importante para alguns casos isolados com o objetivo de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corrigir erros 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debugging</a:t>
            </a: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sz="1800">
              <a:solidFill>
                <a:srgbClr val="21212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71"/>
          <p:cNvSpPr txBox="1"/>
          <p:nvPr>
            <p:ph type="title"/>
          </p:nvPr>
        </p:nvSpPr>
        <p:spPr>
          <a:xfrm>
            <a:off x="713225" y="539500"/>
            <a:ext cx="70020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Conclusão</a:t>
            </a:r>
            <a:endParaRPr/>
          </a:p>
        </p:txBody>
      </p:sp>
      <p:sp>
        <p:nvSpPr>
          <p:cNvPr id="981" name="Google Shape;981;p71"/>
          <p:cNvSpPr txBox="1"/>
          <p:nvPr>
            <p:ph idx="1" type="subTitle"/>
          </p:nvPr>
        </p:nvSpPr>
        <p:spPr>
          <a:xfrm>
            <a:off x="713225" y="1869075"/>
            <a:ext cx="4844700" cy="24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Entregamos uma aplicação de gestão clínica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multiperfil,</a:t>
            </a:r>
            <a:r>
              <a:rPr lang="en" sz="1200">
                <a:solidFill>
                  <a:srgbClr val="000000"/>
                </a:solidFill>
              </a:rPr>
              <a:t> com 15 user stories implementadas.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Conseguimos desenvolver os </a:t>
            </a:r>
            <a:r>
              <a:rPr b="1"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4 portais</a:t>
            </a:r>
            <a:r>
              <a:rPr lang="en" sz="1200">
                <a:solidFill>
                  <a:srgbClr val="000000"/>
                </a:solidFill>
              </a:rPr>
              <a:t> da nossa aplicação que funcionam sobre uma base de dados, com notificações por email e SMS e outras funcionalidades.</a:t>
            </a:r>
            <a:endParaRPr b="1"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982" name="Google Shape;98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2278" y="744323"/>
            <a:ext cx="1789250" cy="3890100"/>
          </a:xfrm>
          <a:prstGeom prst="rect">
            <a:avLst/>
          </a:prstGeom>
          <a:noFill/>
          <a:ln cap="flat" cmpd="sng" w="1905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7" name="Google Shape;987;p72"/>
          <p:cNvPicPr preferRelativeResize="0"/>
          <p:nvPr/>
        </p:nvPicPr>
        <p:blipFill rotWithShape="1">
          <a:blip r:embed="rId3">
            <a:alphaModFix/>
          </a:blip>
          <a:srcRect b="1429" l="58071" r="9863" t="0"/>
          <a:stretch/>
        </p:blipFill>
        <p:spPr>
          <a:xfrm>
            <a:off x="150" y="0"/>
            <a:ext cx="2509801" cy="51435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st="95250">
              <a:srgbClr val="000000">
                <a:alpha val="10000"/>
              </a:srgbClr>
            </a:outerShdw>
          </a:effectLst>
        </p:spPr>
      </p:pic>
      <p:sp>
        <p:nvSpPr>
          <p:cNvPr id="988" name="Google Shape;988;p72"/>
          <p:cNvSpPr/>
          <p:nvPr/>
        </p:nvSpPr>
        <p:spPr>
          <a:xfrm>
            <a:off x="1724489" y="-16950"/>
            <a:ext cx="2161701" cy="5143500"/>
          </a:xfrm>
          <a:custGeom>
            <a:rect b="b" l="l" r="r" t="t"/>
            <a:pathLst>
              <a:path extrusionOk="0" h="21600" w="20931">
                <a:moveTo>
                  <a:pt x="4380" y="0"/>
                </a:moveTo>
                <a:lnTo>
                  <a:pt x="20931" y="0"/>
                </a:lnTo>
                <a:lnTo>
                  <a:pt x="20931" y="21600"/>
                </a:lnTo>
                <a:lnTo>
                  <a:pt x="2326" y="21600"/>
                </a:lnTo>
                <a:lnTo>
                  <a:pt x="2091" y="21279"/>
                </a:lnTo>
                <a:cubicBezTo>
                  <a:pt x="-291" y="17572"/>
                  <a:pt x="-669" y="13366"/>
                  <a:pt x="1117" y="10331"/>
                </a:cubicBezTo>
                <a:cubicBezTo>
                  <a:pt x="2519" y="7971"/>
                  <a:pt x="5153" y="6156"/>
                  <a:pt x="5053" y="3218"/>
                </a:cubicBezTo>
                <a:cubicBezTo>
                  <a:pt x="5034" y="2222"/>
                  <a:pt x="4662" y="1174"/>
                  <a:pt x="4410" y="13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14300" rotWithShape="0" dir="10980000" dist="63500">
              <a:srgbClr val="000000">
                <a:alpha val="24709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ource Sans Pr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89" name="Google Shape;989;p72"/>
          <p:cNvSpPr txBox="1"/>
          <p:nvPr>
            <p:ph type="title"/>
          </p:nvPr>
        </p:nvSpPr>
        <p:spPr>
          <a:xfrm>
            <a:off x="2938193" y="453689"/>
            <a:ext cx="4924500" cy="4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Dúvidas?</a:t>
            </a:r>
            <a:endParaRPr/>
          </a:p>
        </p:txBody>
      </p:sp>
      <p:sp>
        <p:nvSpPr>
          <p:cNvPr id="990" name="Google Shape;990;p72"/>
          <p:cNvSpPr txBox="1"/>
          <p:nvPr>
            <p:ph idx="1" type="body"/>
          </p:nvPr>
        </p:nvSpPr>
        <p:spPr>
          <a:xfrm>
            <a:off x="2912475" y="1331025"/>
            <a:ext cx="52482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O nosso grupo está disposto a esclarecer qualquer tipo de dúvidas sobre a implementação.</a:t>
            </a:r>
            <a:endParaRPr sz="1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72"/>
          <p:cNvSpPr txBox="1"/>
          <p:nvPr>
            <p:ph idx="2" type="subTitle"/>
          </p:nvPr>
        </p:nvSpPr>
        <p:spPr>
          <a:xfrm>
            <a:off x="3101250" y="2275350"/>
            <a:ext cx="3958500" cy="14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/>
              <a:t>Obrigad@!</a:t>
            </a:r>
            <a:endParaRPr sz="5300"/>
          </a:p>
        </p:txBody>
      </p:sp>
      <p:grpSp>
        <p:nvGrpSpPr>
          <p:cNvPr id="992" name="Google Shape;992;p72"/>
          <p:cNvGrpSpPr/>
          <p:nvPr/>
        </p:nvGrpSpPr>
        <p:grpSpPr>
          <a:xfrm flipH="1">
            <a:off x="2978230" y="886047"/>
            <a:ext cx="2029619" cy="335562"/>
            <a:chOff x="-2325429" y="3308553"/>
            <a:chExt cx="3226226" cy="533400"/>
          </a:xfrm>
        </p:grpSpPr>
        <p:sp>
          <p:nvSpPr>
            <p:cNvPr id="993" name="Google Shape;993;p72"/>
            <p:cNvSpPr/>
            <p:nvPr/>
          </p:nvSpPr>
          <p:spPr>
            <a:xfrm>
              <a:off x="-5665" y="3308553"/>
              <a:ext cx="906462" cy="533400"/>
            </a:xfrm>
            <a:custGeom>
              <a:rect b="b" l="l" r="r" t="t"/>
              <a:pathLst>
                <a:path extrusionOk="0" h="203" w="348">
                  <a:moveTo>
                    <a:pt x="340" y="127"/>
                  </a:moveTo>
                  <a:cubicBezTo>
                    <a:pt x="214" y="127"/>
                    <a:pt x="214" y="127"/>
                    <a:pt x="214" y="127"/>
                  </a:cubicBezTo>
                  <a:cubicBezTo>
                    <a:pt x="211" y="127"/>
                    <a:pt x="207" y="127"/>
                    <a:pt x="207" y="129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3"/>
                    <a:pt x="173" y="1"/>
                    <a:pt x="169" y="0"/>
                  </a:cubicBezTo>
                  <a:cubicBezTo>
                    <a:pt x="165" y="0"/>
                    <a:pt x="162" y="3"/>
                    <a:pt x="161" y="7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59"/>
                    <a:pt x="100" y="57"/>
                    <a:pt x="97" y="57"/>
                  </a:cubicBezTo>
                  <a:cubicBezTo>
                    <a:pt x="94" y="57"/>
                    <a:pt x="90" y="61"/>
                    <a:pt x="89" y="64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2" y="143"/>
                    <a:pt x="72" y="143"/>
                    <a:pt x="72" y="143"/>
                  </a:cubicBezTo>
                  <a:cubicBezTo>
                    <a:pt x="75" y="143"/>
                    <a:pt x="78" y="137"/>
                    <a:pt x="79" y="134"/>
                  </a:cubicBezTo>
                  <a:cubicBezTo>
                    <a:pt x="95" y="90"/>
                    <a:pt x="95" y="90"/>
                    <a:pt x="95" y="90"/>
                  </a:cubicBezTo>
                  <a:cubicBezTo>
                    <a:pt x="118" y="186"/>
                    <a:pt x="118" y="186"/>
                    <a:pt x="118" y="186"/>
                  </a:cubicBezTo>
                  <a:cubicBezTo>
                    <a:pt x="119" y="190"/>
                    <a:pt x="122" y="195"/>
                    <a:pt x="126" y="195"/>
                  </a:cubicBezTo>
                  <a:cubicBezTo>
                    <a:pt x="126" y="195"/>
                    <a:pt x="126" y="195"/>
                    <a:pt x="126" y="195"/>
                  </a:cubicBezTo>
                  <a:cubicBezTo>
                    <a:pt x="130" y="195"/>
                    <a:pt x="133" y="191"/>
                    <a:pt x="134" y="188"/>
                  </a:cubicBezTo>
                  <a:cubicBezTo>
                    <a:pt x="168" y="49"/>
                    <a:pt x="168" y="49"/>
                    <a:pt x="168" y="49"/>
                  </a:cubicBezTo>
                  <a:cubicBezTo>
                    <a:pt x="193" y="191"/>
                    <a:pt x="193" y="191"/>
                    <a:pt x="193" y="191"/>
                  </a:cubicBezTo>
                  <a:cubicBezTo>
                    <a:pt x="193" y="194"/>
                    <a:pt x="196" y="203"/>
                    <a:pt x="200" y="203"/>
                  </a:cubicBezTo>
                  <a:cubicBezTo>
                    <a:pt x="200" y="203"/>
                    <a:pt x="200" y="203"/>
                    <a:pt x="200" y="203"/>
                  </a:cubicBezTo>
                  <a:cubicBezTo>
                    <a:pt x="204" y="203"/>
                    <a:pt x="207" y="199"/>
                    <a:pt x="208" y="196"/>
                  </a:cubicBezTo>
                  <a:cubicBezTo>
                    <a:pt x="221" y="143"/>
                    <a:pt x="221" y="143"/>
                    <a:pt x="221" y="143"/>
                  </a:cubicBezTo>
                  <a:cubicBezTo>
                    <a:pt x="340" y="143"/>
                    <a:pt x="340" y="143"/>
                    <a:pt x="340" y="143"/>
                  </a:cubicBezTo>
                  <a:cubicBezTo>
                    <a:pt x="344" y="143"/>
                    <a:pt x="348" y="139"/>
                    <a:pt x="348" y="135"/>
                  </a:cubicBezTo>
                  <a:cubicBezTo>
                    <a:pt x="348" y="131"/>
                    <a:pt x="344" y="127"/>
                    <a:pt x="340" y="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994" name="Google Shape;994;p72"/>
            <p:cNvSpPr/>
            <p:nvPr/>
          </p:nvSpPr>
          <p:spPr>
            <a:xfrm>
              <a:off x="-2325429" y="3641928"/>
              <a:ext cx="2412000" cy="42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995" name="Google Shape;995;p72"/>
          <p:cNvSpPr/>
          <p:nvPr/>
        </p:nvSpPr>
        <p:spPr>
          <a:xfrm flipH="1" rot="-7200000">
            <a:off x="-339905" y="1974123"/>
            <a:ext cx="3131287" cy="3381546"/>
          </a:xfrm>
          <a:custGeom>
            <a:rect b="b" l="l" r="r" t="t"/>
            <a:pathLst>
              <a:path extrusionOk="0" h="2745" w="2541">
                <a:moveTo>
                  <a:pt x="2508" y="1609"/>
                </a:moveTo>
                <a:cubicBezTo>
                  <a:pt x="2504" y="1609"/>
                  <a:pt x="2500" y="1610"/>
                  <a:pt x="2497" y="1611"/>
                </a:cubicBezTo>
                <a:cubicBezTo>
                  <a:pt x="2375" y="1398"/>
                  <a:pt x="2375" y="1398"/>
                  <a:pt x="2375" y="1398"/>
                </a:cubicBezTo>
                <a:cubicBezTo>
                  <a:pt x="2381" y="1392"/>
                  <a:pt x="2386" y="1383"/>
                  <a:pt x="2386" y="1374"/>
                </a:cubicBezTo>
                <a:cubicBezTo>
                  <a:pt x="2386" y="1363"/>
                  <a:pt x="2381" y="1354"/>
                  <a:pt x="2374" y="1348"/>
                </a:cubicBezTo>
                <a:cubicBezTo>
                  <a:pt x="2496" y="1136"/>
                  <a:pt x="2496" y="1136"/>
                  <a:pt x="2496" y="1136"/>
                </a:cubicBezTo>
                <a:cubicBezTo>
                  <a:pt x="2500" y="1137"/>
                  <a:pt x="2504" y="1138"/>
                  <a:pt x="2508" y="1138"/>
                </a:cubicBezTo>
                <a:cubicBezTo>
                  <a:pt x="2526" y="1138"/>
                  <a:pt x="2541" y="1123"/>
                  <a:pt x="2541" y="1105"/>
                </a:cubicBezTo>
                <a:cubicBezTo>
                  <a:pt x="2541" y="1087"/>
                  <a:pt x="2526" y="1072"/>
                  <a:pt x="2508" y="1072"/>
                </a:cubicBezTo>
                <a:cubicBezTo>
                  <a:pt x="2489" y="1072"/>
                  <a:pt x="2475" y="1087"/>
                  <a:pt x="2475" y="1105"/>
                </a:cubicBezTo>
                <a:cubicBezTo>
                  <a:pt x="2475" y="1115"/>
                  <a:pt x="2479" y="1124"/>
                  <a:pt x="2486" y="1130"/>
                </a:cubicBezTo>
                <a:cubicBezTo>
                  <a:pt x="2363" y="1342"/>
                  <a:pt x="2363" y="1342"/>
                  <a:pt x="2363" y="1342"/>
                </a:cubicBezTo>
                <a:cubicBezTo>
                  <a:pt x="2360" y="1341"/>
                  <a:pt x="2356" y="1340"/>
                  <a:pt x="2352" y="1340"/>
                </a:cubicBezTo>
                <a:cubicBezTo>
                  <a:pt x="2336" y="1340"/>
                  <a:pt x="2323" y="1352"/>
                  <a:pt x="2320" y="1367"/>
                </a:cubicBezTo>
                <a:cubicBezTo>
                  <a:pt x="2077" y="1367"/>
                  <a:pt x="2077" y="1367"/>
                  <a:pt x="2077" y="1367"/>
                </a:cubicBezTo>
                <a:cubicBezTo>
                  <a:pt x="2073" y="1352"/>
                  <a:pt x="2060" y="1340"/>
                  <a:pt x="2044" y="1340"/>
                </a:cubicBezTo>
                <a:cubicBezTo>
                  <a:pt x="2040" y="1340"/>
                  <a:pt x="2037" y="1341"/>
                  <a:pt x="2033" y="1342"/>
                </a:cubicBezTo>
                <a:cubicBezTo>
                  <a:pt x="1911" y="1130"/>
                  <a:pt x="1911" y="1130"/>
                  <a:pt x="1911" y="1130"/>
                </a:cubicBezTo>
                <a:cubicBezTo>
                  <a:pt x="1918" y="1124"/>
                  <a:pt x="1922" y="1115"/>
                  <a:pt x="1922" y="1105"/>
                </a:cubicBezTo>
                <a:cubicBezTo>
                  <a:pt x="1922" y="1087"/>
                  <a:pt x="1907" y="1072"/>
                  <a:pt x="1889" y="1072"/>
                </a:cubicBezTo>
                <a:cubicBezTo>
                  <a:pt x="1873" y="1072"/>
                  <a:pt x="1859" y="1083"/>
                  <a:pt x="1856" y="1098"/>
                </a:cubicBezTo>
                <a:cubicBezTo>
                  <a:pt x="1613" y="1098"/>
                  <a:pt x="1613" y="1098"/>
                  <a:pt x="1613" y="1098"/>
                </a:cubicBezTo>
                <a:cubicBezTo>
                  <a:pt x="1610" y="1083"/>
                  <a:pt x="1596" y="1072"/>
                  <a:pt x="1580" y="1072"/>
                </a:cubicBezTo>
                <a:cubicBezTo>
                  <a:pt x="1576" y="1072"/>
                  <a:pt x="1572" y="1073"/>
                  <a:pt x="1569" y="1074"/>
                </a:cubicBezTo>
                <a:cubicBezTo>
                  <a:pt x="1447" y="864"/>
                  <a:pt x="1447" y="864"/>
                  <a:pt x="1447" y="864"/>
                </a:cubicBezTo>
                <a:cubicBezTo>
                  <a:pt x="1454" y="858"/>
                  <a:pt x="1458" y="849"/>
                  <a:pt x="1458" y="839"/>
                </a:cubicBezTo>
                <a:cubicBezTo>
                  <a:pt x="1458" y="829"/>
                  <a:pt x="1454" y="819"/>
                  <a:pt x="1446" y="813"/>
                </a:cubicBezTo>
                <a:cubicBezTo>
                  <a:pt x="1568" y="601"/>
                  <a:pt x="1568" y="601"/>
                  <a:pt x="1568" y="601"/>
                </a:cubicBezTo>
                <a:cubicBezTo>
                  <a:pt x="1572" y="603"/>
                  <a:pt x="1576" y="604"/>
                  <a:pt x="1580" y="604"/>
                </a:cubicBezTo>
                <a:cubicBezTo>
                  <a:pt x="1597" y="604"/>
                  <a:pt x="1611" y="592"/>
                  <a:pt x="1613" y="576"/>
                </a:cubicBezTo>
                <a:cubicBezTo>
                  <a:pt x="1856" y="576"/>
                  <a:pt x="1856" y="576"/>
                  <a:pt x="1856" y="576"/>
                </a:cubicBezTo>
                <a:cubicBezTo>
                  <a:pt x="1859" y="592"/>
                  <a:pt x="1872" y="604"/>
                  <a:pt x="1889" y="604"/>
                </a:cubicBezTo>
                <a:cubicBezTo>
                  <a:pt x="1893" y="604"/>
                  <a:pt x="1897" y="603"/>
                  <a:pt x="1901" y="601"/>
                </a:cubicBezTo>
                <a:cubicBezTo>
                  <a:pt x="2023" y="813"/>
                  <a:pt x="2023" y="813"/>
                  <a:pt x="2023" y="813"/>
                </a:cubicBezTo>
                <a:cubicBezTo>
                  <a:pt x="2016" y="819"/>
                  <a:pt x="2011" y="829"/>
                  <a:pt x="2011" y="839"/>
                </a:cubicBezTo>
                <a:cubicBezTo>
                  <a:pt x="2011" y="857"/>
                  <a:pt x="2026" y="872"/>
                  <a:pt x="2044" y="872"/>
                </a:cubicBezTo>
                <a:cubicBezTo>
                  <a:pt x="2063" y="872"/>
                  <a:pt x="2078" y="857"/>
                  <a:pt x="2078" y="839"/>
                </a:cubicBezTo>
                <a:cubicBezTo>
                  <a:pt x="2078" y="821"/>
                  <a:pt x="2063" y="806"/>
                  <a:pt x="2044" y="806"/>
                </a:cubicBezTo>
                <a:cubicBezTo>
                  <a:pt x="2040" y="806"/>
                  <a:pt x="2037" y="806"/>
                  <a:pt x="2034" y="807"/>
                </a:cubicBezTo>
                <a:cubicBezTo>
                  <a:pt x="1911" y="595"/>
                  <a:pt x="1911" y="595"/>
                  <a:pt x="1911" y="595"/>
                </a:cubicBezTo>
                <a:cubicBezTo>
                  <a:pt x="1918" y="589"/>
                  <a:pt x="1922" y="580"/>
                  <a:pt x="1922" y="570"/>
                </a:cubicBezTo>
                <a:cubicBezTo>
                  <a:pt x="1922" y="560"/>
                  <a:pt x="1917" y="551"/>
                  <a:pt x="1910" y="545"/>
                </a:cubicBezTo>
                <a:cubicBezTo>
                  <a:pt x="2032" y="333"/>
                  <a:pt x="2032" y="333"/>
                  <a:pt x="2032" y="333"/>
                </a:cubicBezTo>
                <a:cubicBezTo>
                  <a:pt x="2036" y="334"/>
                  <a:pt x="2040" y="335"/>
                  <a:pt x="2044" y="335"/>
                </a:cubicBezTo>
                <a:cubicBezTo>
                  <a:pt x="2063" y="335"/>
                  <a:pt x="2078" y="320"/>
                  <a:pt x="2078" y="302"/>
                </a:cubicBezTo>
                <a:cubicBezTo>
                  <a:pt x="2078" y="283"/>
                  <a:pt x="2063" y="268"/>
                  <a:pt x="2044" y="268"/>
                </a:cubicBezTo>
                <a:cubicBezTo>
                  <a:pt x="2026" y="268"/>
                  <a:pt x="2011" y="283"/>
                  <a:pt x="2011" y="302"/>
                </a:cubicBezTo>
                <a:cubicBezTo>
                  <a:pt x="2011" y="312"/>
                  <a:pt x="2015" y="320"/>
                  <a:pt x="2022" y="326"/>
                </a:cubicBezTo>
                <a:cubicBezTo>
                  <a:pt x="1899" y="539"/>
                  <a:pt x="1899" y="539"/>
                  <a:pt x="1899" y="539"/>
                </a:cubicBezTo>
                <a:cubicBezTo>
                  <a:pt x="1896" y="538"/>
                  <a:pt x="1893" y="537"/>
                  <a:pt x="1889" y="537"/>
                </a:cubicBezTo>
                <a:cubicBezTo>
                  <a:pt x="1873" y="537"/>
                  <a:pt x="1859" y="549"/>
                  <a:pt x="1856" y="564"/>
                </a:cubicBezTo>
                <a:cubicBezTo>
                  <a:pt x="1613" y="564"/>
                  <a:pt x="1613" y="564"/>
                  <a:pt x="1613" y="564"/>
                </a:cubicBezTo>
                <a:cubicBezTo>
                  <a:pt x="1610" y="549"/>
                  <a:pt x="1596" y="537"/>
                  <a:pt x="1580" y="537"/>
                </a:cubicBezTo>
                <a:cubicBezTo>
                  <a:pt x="1562" y="537"/>
                  <a:pt x="1547" y="552"/>
                  <a:pt x="1547" y="570"/>
                </a:cubicBezTo>
                <a:cubicBezTo>
                  <a:pt x="1547" y="580"/>
                  <a:pt x="1551" y="589"/>
                  <a:pt x="1558" y="595"/>
                </a:cubicBezTo>
                <a:cubicBezTo>
                  <a:pt x="1436" y="807"/>
                  <a:pt x="1436" y="807"/>
                  <a:pt x="1436" y="807"/>
                </a:cubicBezTo>
                <a:cubicBezTo>
                  <a:pt x="1432" y="806"/>
                  <a:pt x="1429" y="806"/>
                  <a:pt x="1425" y="806"/>
                </a:cubicBezTo>
                <a:cubicBezTo>
                  <a:pt x="1409" y="806"/>
                  <a:pt x="1395" y="817"/>
                  <a:pt x="1392" y="832"/>
                </a:cubicBezTo>
                <a:cubicBezTo>
                  <a:pt x="1149" y="832"/>
                  <a:pt x="1149" y="832"/>
                  <a:pt x="1149" y="832"/>
                </a:cubicBezTo>
                <a:cubicBezTo>
                  <a:pt x="1146" y="817"/>
                  <a:pt x="1133" y="806"/>
                  <a:pt x="1116" y="806"/>
                </a:cubicBezTo>
                <a:cubicBezTo>
                  <a:pt x="1098" y="806"/>
                  <a:pt x="1083" y="821"/>
                  <a:pt x="1083" y="839"/>
                </a:cubicBezTo>
                <a:cubicBezTo>
                  <a:pt x="1083" y="849"/>
                  <a:pt x="1087" y="858"/>
                  <a:pt x="1094" y="864"/>
                </a:cubicBezTo>
                <a:cubicBezTo>
                  <a:pt x="972" y="1076"/>
                  <a:pt x="972" y="1076"/>
                  <a:pt x="972" y="1076"/>
                </a:cubicBezTo>
                <a:cubicBezTo>
                  <a:pt x="968" y="1075"/>
                  <a:pt x="965" y="1074"/>
                  <a:pt x="961" y="1074"/>
                </a:cubicBezTo>
                <a:cubicBezTo>
                  <a:pt x="945" y="1074"/>
                  <a:pt x="932" y="1086"/>
                  <a:pt x="929" y="1101"/>
                </a:cubicBezTo>
                <a:cubicBezTo>
                  <a:pt x="685" y="1101"/>
                  <a:pt x="685" y="1101"/>
                  <a:pt x="685" y="1101"/>
                </a:cubicBezTo>
                <a:cubicBezTo>
                  <a:pt x="682" y="1086"/>
                  <a:pt x="669" y="1074"/>
                  <a:pt x="653" y="1074"/>
                </a:cubicBezTo>
                <a:cubicBezTo>
                  <a:pt x="649" y="1074"/>
                  <a:pt x="645" y="1075"/>
                  <a:pt x="641" y="1076"/>
                </a:cubicBezTo>
                <a:cubicBezTo>
                  <a:pt x="520" y="866"/>
                  <a:pt x="520" y="866"/>
                  <a:pt x="520" y="866"/>
                </a:cubicBezTo>
                <a:cubicBezTo>
                  <a:pt x="526" y="860"/>
                  <a:pt x="531" y="851"/>
                  <a:pt x="531" y="841"/>
                </a:cubicBezTo>
                <a:cubicBezTo>
                  <a:pt x="531" y="830"/>
                  <a:pt x="525" y="821"/>
                  <a:pt x="517" y="815"/>
                </a:cubicBezTo>
                <a:cubicBezTo>
                  <a:pt x="641" y="601"/>
                  <a:pt x="641" y="601"/>
                  <a:pt x="641" y="601"/>
                </a:cubicBezTo>
                <a:cubicBezTo>
                  <a:pt x="644" y="603"/>
                  <a:pt x="648" y="603"/>
                  <a:pt x="653" y="603"/>
                </a:cubicBezTo>
                <a:cubicBezTo>
                  <a:pt x="669" y="603"/>
                  <a:pt x="683" y="591"/>
                  <a:pt x="686" y="575"/>
                </a:cubicBezTo>
                <a:cubicBezTo>
                  <a:pt x="929" y="575"/>
                  <a:pt x="929" y="575"/>
                  <a:pt x="929" y="575"/>
                </a:cubicBezTo>
                <a:cubicBezTo>
                  <a:pt x="931" y="591"/>
                  <a:pt x="945" y="603"/>
                  <a:pt x="961" y="603"/>
                </a:cubicBezTo>
                <a:cubicBezTo>
                  <a:pt x="980" y="603"/>
                  <a:pt x="995" y="589"/>
                  <a:pt x="995" y="570"/>
                </a:cubicBezTo>
                <a:cubicBezTo>
                  <a:pt x="995" y="560"/>
                  <a:pt x="990" y="550"/>
                  <a:pt x="982" y="544"/>
                </a:cubicBezTo>
                <a:cubicBezTo>
                  <a:pt x="1105" y="333"/>
                  <a:pt x="1105" y="333"/>
                  <a:pt x="1105" y="333"/>
                </a:cubicBezTo>
                <a:cubicBezTo>
                  <a:pt x="1108" y="334"/>
                  <a:pt x="1113" y="335"/>
                  <a:pt x="1117" y="335"/>
                </a:cubicBezTo>
                <a:cubicBezTo>
                  <a:pt x="1135" y="335"/>
                  <a:pt x="1150" y="320"/>
                  <a:pt x="1150" y="302"/>
                </a:cubicBezTo>
                <a:cubicBezTo>
                  <a:pt x="1150" y="283"/>
                  <a:pt x="1135" y="268"/>
                  <a:pt x="1117" y="268"/>
                </a:cubicBezTo>
                <a:cubicBezTo>
                  <a:pt x="1113" y="268"/>
                  <a:pt x="1109" y="269"/>
                  <a:pt x="1106" y="270"/>
                </a:cubicBezTo>
                <a:cubicBezTo>
                  <a:pt x="983" y="58"/>
                  <a:pt x="983" y="58"/>
                  <a:pt x="983" y="58"/>
                </a:cubicBezTo>
                <a:cubicBezTo>
                  <a:pt x="990" y="52"/>
                  <a:pt x="995" y="43"/>
                  <a:pt x="995" y="33"/>
                </a:cubicBezTo>
                <a:cubicBezTo>
                  <a:pt x="995" y="15"/>
                  <a:pt x="980" y="0"/>
                  <a:pt x="961" y="0"/>
                </a:cubicBezTo>
                <a:cubicBezTo>
                  <a:pt x="943" y="0"/>
                  <a:pt x="928" y="15"/>
                  <a:pt x="928" y="33"/>
                </a:cubicBezTo>
                <a:cubicBezTo>
                  <a:pt x="928" y="51"/>
                  <a:pt x="943" y="66"/>
                  <a:pt x="961" y="66"/>
                </a:cubicBezTo>
                <a:cubicBezTo>
                  <a:pt x="966" y="66"/>
                  <a:pt x="970" y="66"/>
                  <a:pt x="973" y="64"/>
                </a:cubicBezTo>
                <a:cubicBezTo>
                  <a:pt x="1096" y="276"/>
                  <a:pt x="1096" y="276"/>
                  <a:pt x="1096" y="276"/>
                </a:cubicBezTo>
                <a:cubicBezTo>
                  <a:pt x="1088" y="282"/>
                  <a:pt x="1083" y="291"/>
                  <a:pt x="1083" y="302"/>
                </a:cubicBezTo>
                <a:cubicBezTo>
                  <a:pt x="1083" y="311"/>
                  <a:pt x="1088" y="320"/>
                  <a:pt x="1095" y="326"/>
                </a:cubicBezTo>
                <a:cubicBezTo>
                  <a:pt x="972" y="539"/>
                  <a:pt x="972" y="539"/>
                  <a:pt x="972" y="539"/>
                </a:cubicBezTo>
                <a:cubicBezTo>
                  <a:pt x="969" y="538"/>
                  <a:pt x="965" y="537"/>
                  <a:pt x="961" y="537"/>
                </a:cubicBezTo>
                <a:cubicBezTo>
                  <a:pt x="945" y="537"/>
                  <a:pt x="932" y="548"/>
                  <a:pt x="929" y="564"/>
                </a:cubicBezTo>
                <a:cubicBezTo>
                  <a:pt x="685" y="564"/>
                  <a:pt x="685" y="564"/>
                  <a:pt x="685" y="564"/>
                </a:cubicBezTo>
                <a:cubicBezTo>
                  <a:pt x="682" y="548"/>
                  <a:pt x="669" y="537"/>
                  <a:pt x="653" y="537"/>
                </a:cubicBezTo>
                <a:cubicBezTo>
                  <a:pt x="634" y="537"/>
                  <a:pt x="619" y="552"/>
                  <a:pt x="619" y="570"/>
                </a:cubicBezTo>
                <a:cubicBezTo>
                  <a:pt x="619" y="580"/>
                  <a:pt x="624" y="589"/>
                  <a:pt x="631" y="595"/>
                </a:cubicBezTo>
                <a:cubicBezTo>
                  <a:pt x="507" y="809"/>
                  <a:pt x="507" y="809"/>
                  <a:pt x="507" y="809"/>
                </a:cubicBezTo>
                <a:cubicBezTo>
                  <a:pt x="504" y="808"/>
                  <a:pt x="501" y="808"/>
                  <a:pt x="497" y="808"/>
                </a:cubicBezTo>
                <a:cubicBezTo>
                  <a:pt x="481" y="808"/>
                  <a:pt x="468" y="819"/>
                  <a:pt x="465" y="835"/>
                </a:cubicBezTo>
                <a:cubicBezTo>
                  <a:pt x="221" y="835"/>
                  <a:pt x="221" y="835"/>
                  <a:pt x="221" y="835"/>
                </a:cubicBezTo>
                <a:cubicBezTo>
                  <a:pt x="218" y="819"/>
                  <a:pt x="205" y="808"/>
                  <a:pt x="189" y="808"/>
                </a:cubicBezTo>
                <a:cubicBezTo>
                  <a:pt x="185" y="808"/>
                  <a:pt x="181" y="809"/>
                  <a:pt x="178" y="810"/>
                </a:cubicBezTo>
                <a:cubicBezTo>
                  <a:pt x="56" y="597"/>
                  <a:pt x="56" y="597"/>
                  <a:pt x="56" y="597"/>
                </a:cubicBezTo>
                <a:cubicBezTo>
                  <a:pt x="62" y="591"/>
                  <a:pt x="67" y="583"/>
                  <a:pt x="67" y="573"/>
                </a:cubicBezTo>
                <a:cubicBezTo>
                  <a:pt x="67" y="554"/>
                  <a:pt x="52" y="539"/>
                  <a:pt x="33" y="539"/>
                </a:cubicBezTo>
                <a:cubicBezTo>
                  <a:pt x="15" y="539"/>
                  <a:pt x="0" y="554"/>
                  <a:pt x="0" y="573"/>
                </a:cubicBezTo>
                <a:cubicBezTo>
                  <a:pt x="0" y="591"/>
                  <a:pt x="15" y="606"/>
                  <a:pt x="33" y="606"/>
                </a:cubicBezTo>
                <a:cubicBezTo>
                  <a:pt x="38" y="606"/>
                  <a:pt x="42" y="605"/>
                  <a:pt x="45" y="604"/>
                </a:cubicBezTo>
                <a:cubicBezTo>
                  <a:pt x="168" y="815"/>
                  <a:pt x="168" y="815"/>
                  <a:pt x="168" y="815"/>
                </a:cubicBezTo>
                <a:cubicBezTo>
                  <a:pt x="160" y="822"/>
                  <a:pt x="155" y="831"/>
                  <a:pt x="155" y="841"/>
                </a:cubicBezTo>
                <a:cubicBezTo>
                  <a:pt x="155" y="851"/>
                  <a:pt x="160" y="860"/>
                  <a:pt x="167" y="866"/>
                </a:cubicBezTo>
                <a:cubicBezTo>
                  <a:pt x="44" y="1078"/>
                  <a:pt x="44" y="1078"/>
                  <a:pt x="44" y="1078"/>
                </a:cubicBezTo>
                <a:cubicBezTo>
                  <a:pt x="41" y="1077"/>
                  <a:pt x="37" y="1076"/>
                  <a:pt x="34" y="1076"/>
                </a:cubicBezTo>
                <a:cubicBezTo>
                  <a:pt x="15" y="1076"/>
                  <a:pt x="0" y="1091"/>
                  <a:pt x="0" y="1110"/>
                </a:cubicBezTo>
                <a:cubicBezTo>
                  <a:pt x="0" y="1128"/>
                  <a:pt x="15" y="1143"/>
                  <a:pt x="34" y="1143"/>
                </a:cubicBezTo>
                <a:cubicBezTo>
                  <a:pt x="52" y="1143"/>
                  <a:pt x="67" y="1128"/>
                  <a:pt x="67" y="1110"/>
                </a:cubicBezTo>
                <a:cubicBezTo>
                  <a:pt x="67" y="1099"/>
                  <a:pt x="62" y="1090"/>
                  <a:pt x="55" y="1084"/>
                </a:cubicBezTo>
                <a:cubicBezTo>
                  <a:pt x="177" y="872"/>
                  <a:pt x="177" y="872"/>
                  <a:pt x="177" y="872"/>
                </a:cubicBezTo>
                <a:cubicBezTo>
                  <a:pt x="181" y="874"/>
                  <a:pt x="185" y="874"/>
                  <a:pt x="189" y="874"/>
                </a:cubicBezTo>
                <a:cubicBezTo>
                  <a:pt x="205" y="874"/>
                  <a:pt x="219" y="862"/>
                  <a:pt x="222" y="846"/>
                </a:cubicBezTo>
                <a:cubicBezTo>
                  <a:pt x="465" y="846"/>
                  <a:pt x="465" y="846"/>
                  <a:pt x="465" y="846"/>
                </a:cubicBezTo>
                <a:cubicBezTo>
                  <a:pt x="467" y="862"/>
                  <a:pt x="481" y="874"/>
                  <a:pt x="497" y="874"/>
                </a:cubicBezTo>
                <a:cubicBezTo>
                  <a:pt x="502" y="874"/>
                  <a:pt x="506" y="874"/>
                  <a:pt x="509" y="872"/>
                </a:cubicBezTo>
                <a:cubicBezTo>
                  <a:pt x="631" y="1082"/>
                  <a:pt x="631" y="1082"/>
                  <a:pt x="631" y="1082"/>
                </a:cubicBezTo>
                <a:cubicBezTo>
                  <a:pt x="624" y="1089"/>
                  <a:pt x="619" y="1097"/>
                  <a:pt x="619" y="1107"/>
                </a:cubicBezTo>
                <a:cubicBezTo>
                  <a:pt x="619" y="1117"/>
                  <a:pt x="624" y="1126"/>
                  <a:pt x="631" y="1132"/>
                </a:cubicBezTo>
                <a:cubicBezTo>
                  <a:pt x="508" y="1344"/>
                  <a:pt x="508" y="1344"/>
                  <a:pt x="508" y="1344"/>
                </a:cubicBezTo>
                <a:cubicBezTo>
                  <a:pt x="505" y="1343"/>
                  <a:pt x="501" y="1343"/>
                  <a:pt x="497" y="1343"/>
                </a:cubicBezTo>
                <a:cubicBezTo>
                  <a:pt x="481" y="1343"/>
                  <a:pt x="467" y="1355"/>
                  <a:pt x="465" y="1371"/>
                </a:cubicBezTo>
                <a:cubicBezTo>
                  <a:pt x="222" y="1371"/>
                  <a:pt x="222" y="1371"/>
                  <a:pt x="222" y="1371"/>
                </a:cubicBezTo>
                <a:cubicBezTo>
                  <a:pt x="219" y="1355"/>
                  <a:pt x="205" y="1343"/>
                  <a:pt x="189" y="1343"/>
                </a:cubicBezTo>
                <a:cubicBezTo>
                  <a:pt x="170" y="1343"/>
                  <a:pt x="155" y="1358"/>
                  <a:pt x="155" y="1376"/>
                </a:cubicBezTo>
                <a:cubicBezTo>
                  <a:pt x="155" y="1386"/>
                  <a:pt x="160" y="1395"/>
                  <a:pt x="167" y="1401"/>
                </a:cubicBezTo>
                <a:cubicBezTo>
                  <a:pt x="44" y="1613"/>
                  <a:pt x="44" y="1613"/>
                  <a:pt x="44" y="1613"/>
                </a:cubicBezTo>
                <a:cubicBezTo>
                  <a:pt x="41" y="1612"/>
                  <a:pt x="37" y="1611"/>
                  <a:pt x="33" y="1611"/>
                </a:cubicBezTo>
                <a:cubicBezTo>
                  <a:pt x="15" y="1611"/>
                  <a:pt x="0" y="1626"/>
                  <a:pt x="0" y="1645"/>
                </a:cubicBezTo>
                <a:cubicBezTo>
                  <a:pt x="0" y="1663"/>
                  <a:pt x="15" y="1678"/>
                  <a:pt x="33" y="1678"/>
                </a:cubicBezTo>
                <a:cubicBezTo>
                  <a:pt x="52" y="1678"/>
                  <a:pt x="67" y="1663"/>
                  <a:pt x="67" y="1645"/>
                </a:cubicBezTo>
                <a:cubicBezTo>
                  <a:pt x="67" y="1634"/>
                  <a:pt x="62" y="1625"/>
                  <a:pt x="54" y="1619"/>
                </a:cubicBezTo>
                <a:cubicBezTo>
                  <a:pt x="177" y="1407"/>
                  <a:pt x="177" y="1407"/>
                  <a:pt x="177" y="1407"/>
                </a:cubicBezTo>
                <a:cubicBezTo>
                  <a:pt x="180" y="1408"/>
                  <a:pt x="184" y="1409"/>
                  <a:pt x="189" y="1409"/>
                </a:cubicBezTo>
                <a:cubicBezTo>
                  <a:pt x="205" y="1409"/>
                  <a:pt x="218" y="1398"/>
                  <a:pt x="221" y="1383"/>
                </a:cubicBezTo>
                <a:cubicBezTo>
                  <a:pt x="465" y="1383"/>
                  <a:pt x="465" y="1383"/>
                  <a:pt x="465" y="1383"/>
                </a:cubicBezTo>
                <a:cubicBezTo>
                  <a:pt x="468" y="1398"/>
                  <a:pt x="481" y="1409"/>
                  <a:pt x="497" y="1409"/>
                </a:cubicBezTo>
                <a:cubicBezTo>
                  <a:pt x="502" y="1409"/>
                  <a:pt x="505" y="1408"/>
                  <a:pt x="509" y="1407"/>
                </a:cubicBezTo>
                <a:cubicBezTo>
                  <a:pt x="631" y="1618"/>
                  <a:pt x="631" y="1618"/>
                  <a:pt x="631" y="1618"/>
                </a:cubicBezTo>
                <a:cubicBezTo>
                  <a:pt x="624" y="1624"/>
                  <a:pt x="619" y="1632"/>
                  <a:pt x="619" y="1642"/>
                </a:cubicBezTo>
                <a:cubicBezTo>
                  <a:pt x="619" y="1661"/>
                  <a:pt x="634" y="1676"/>
                  <a:pt x="653" y="1676"/>
                </a:cubicBezTo>
                <a:cubicBezTo>
                  <a:pt x="669" y="1676"/>
                  <a:pt x="682" y="1664"/>
                  <a:pt x="685" y="1649"/>
                </a:cubicBezTo>
                <a:cubicBezTo>
                  <a:pt x="928" y="1649"/>
                  <a:pt x="928" y="1649"/>
                  <a:pt x="928" y="1649"/>
                </a:cubicBezTo>
                <a:cubicBezTo>
                  <a:pt x="932" y="1664"/>
                  <a:pt x="945" y="1675"/>
                  <a:pt x="961" y="1675"/>
                </a:cubicBezTo>
                <a:cubicBezTo>
                  <a:pt x="965" y="1675"/>
                  <a:pt x="969" y="1675"/>
                  <a:pt x="973" y="1673"/>
                </a:cubicBezTo>
                <a:cubicBezTo>
                  <a:pt x="1094" y="1884"/>
                  <a:pt x="1094" y="1884"/>
                  <a:pt x="1094" y="1884"/>
                </a:cubicBezTo>
                <a:cubicBezTo>
                  <a:pt x="1087" y="1890"/>
                  <a:pt x="1083" y="1899"/>
                  <a:pt x="1083" y="1909"/>
                </a:cubicBezTo>
                <a:cubicBezTo>
                  <a:pt x="1083" y="1927"/>
                  <a:pt x="1098" y="1942"/>
                  <a:pt x="1116" y="1942"/>
                </a:cubicBezTo>
                <a:cubicBezTo>
                  <a:pt x="1132" y="1942"/>
                  <a:pt x="1146" y="1930"/>
                  <a:pt x="1149" y="1915"/>
                </a:cubicBezTo>
                <a:cubicBezTo>
                  <a:pt x="1392" y="1915"/>
                  <a:pt x="1392" y="1915"/>
                  <a:pt x="1392" y="1915"/>
                </a:cubicBezTo>
                <a:cubicBezTo>
                  <a:pt x="1395" y="1930"/>
                  <a:pt x="1409" y="1942"/>
                  <a:pt x="1425" y="1942"/>
                </a:cubicBezTo>
                <a:cubicBezTo>
                  <a:pt x="1429" y="1942"/>
                  <a:pt x="1432" y="1941"/>
                  <a:pt x="1435" y="1940"/>
                </a:cubicBezTo>
                <a:cubicBezTo>
                  <a:pt x="1558" y="2152"/>
                  <a:pt x="1558" y="2152"/>
                  <a:pt x="1558" y="2152"/>
                </a:cubicBezTo>
                <a:cubicBezTo>
                  <a:pt x="1551" y="2158"/>
                  <a:pt x="1547" y="2167"/>
                  <a:pt x="1547" y="2177"/>
                </a:cubicBezTo>
                <a:cubicBezTo>
                  <a:pt x="1547" y="2187"/>
                  <a:pt x="1551" y="2196"/>
                  <a:pt x="1558" y="2202"/>
                </a:cubicBezTo>
                <a:cubicBezTo>
                  <a:pt x="1435" y="2414"/>
                  <a:pt x="1435" y="2414"/>
                  <a:pt x="1435" y="2414"/>
                </a:cubicBezTo>
                <a:cubicBezTo>
                  <a:pt x="1432" y="2413"/>
                  <a:pt x="1428" y="2412"/>
                  <a:pt x="1425" y="2412"/>
                </a:cubicBezTo>
                <a:cubicBezTo>
                  <a:pt x="1406" y="2412"/>
                  <a:pt x="1391" y="2427"/>
                  <a:pt x="1391" y="2445"/>
                </a:cubicBezTo>
                <a:cubicBezTo>
                  <a:pt x="1391" y="2464"/>
                  <a:pt x="1406" y="2479"/>
                  <a:pt x="1425" y="2479"/>
                </a:cubicBezTo>
                <a:cubicBezTo>
                  <a:pt x="1429" y="2479"/>
                  <a:pt x="1433" y="2478"/>
                  <a:pt x="1436" y="2477"/>
                </a:cubicBezTo>
                <a:cubicBezTo>
                  <a:pt x="1558" y="2687"/>
                  <a:pt x="1558" y="2687"/>
                  <a:pt x="1558" y="2687"/>
                </a:cubicBezTo>
                <a:cubicBezTo>
                  <a:pt x="1551" y="2693"/>
                  <a:pt x="1547" y="2702"/>
                  <a:pt x="1547" y="2712"/>
                </a:cubicBezTo>
                <a:cubicBezTo>
                  <a:pt x="1547" y="2730"/>
                  <a:pt x="1562" y="2745"/>
                  <a:pt x="1580" y="2745"/>
                </a:cubicBezTo>
                <a:cubicBezTo>
                  <a:pt x="1598" y="2745"/>
                  <a:pt x="1613" y="2730"/>
                  <a:pt x="1613" y="2712"/>
                </a:cubicBezTo>
                <a:cubicBezTo>
                  <a:pt x="1613" y="2693"/>
                  <a:pt x="1598" y="2678"/>
                  <a:pt x="1580" y="2678"/>
                </a:cubicBezTo>
                <a:cubicBezTo>
                  <a:pt x="1576" y="2678"/>
                  <a:pt x="1572" y="2679"/>
                  <a:pt x="1568" y="2681"/>
                </a:cubicBezTo>
                <a:cubicBezTo>
                  <a:pt x="1446" y="2470"/>
                  <a:pt x="1446" y="2470"/>
                  <a:pt x="1446" y="2470"/>
                </a:cubicBezTo>
                <a:cubicBezTo>
                  <a:pt x="1453" y="2464"/>
                  <a:pt x="1458" y="2455"/>
                  <a:pt x="1458" y="2445"/>
                </a:cubicBezTo>
                <a:cubicBezTo>
                  <a:pt x="1458" y="2435"/>
                  <a:pt x="1453" y="2426"/>
                  <a:pt x="1446" y="2420"/>
                </a:cubicBezTo>
                <a:cubicBezTo>
                  <a:pt x="1568" y="2208"/>
                  <a:pt x="1568" y="2208"/>
                  <a:pt x="1568" y="2208"/>
                </a:cubicBezTo>
                <a:cubicBezTo>
                  <a:pt x="1572" y="2209"/>
                  <a:pt x="1576" y="2210"/>
                  <a:pt x="1580" y="2210"/>
                </a:cubicBezTo>
                <a:cubicBezTo>
                  <a:pt x="1596" y="2210"/>
                  <a:pt x="1610" y="2198"/>
                  <a:pt x="1613" y="2182"/>
                </a:cubicBezTo>
                <a:cubicBezTo>
                  <a:pt x="1856" y="2182"/>
                  <a:pt x="1856" y="2182"/>
                  <a:pt x="1856" y="2182"/>
                </a:cubicBezTo>
                <a:cubicBezTo>
                  <a:pt x="1858" y="2198"/>
                  <a:pt x="1872" y="2210"/>
                  <a:pt x="1888" y="2210"/>
                </a:cubicBezTo>
                <a:cubicBezTo>
                  <a:pt x="1893" y="2210"/>
                  <a:pt x="1897" y="2209"/>
                  <a:pt x="1900" y="2208"/>
                </a:cubicBezTo>
                <a:cubicBezTo>
                  <a:pt x="2023" y="2420"/>
                  <a:pt x="2023" y="2420"/>
                  <a:pt x="2023" y="2420"/>
                </a:cubicBezTo>
                <a:cubicBezTo>
                  <a:pt x="2015" y="2426"/>
                  <a:pt x="2010" y="2435"/>
                  <a:pt x="2010" y="2445"/>
                </a:cubicBezTo>
                <a:cubicBezTo>
                  <a:pt x="2010" y="2464"/>
                  <a:pt x="2025" y="2479"/>
                  <a:pt x="2044" y="2479"/>
                </a:cubicBezTo>
                <a:cubicBezTo>
                  <a:pt x="2062" y="2479"/>
                  <a:pt x="2077" y="2464"/>
                  <a:pt x="2077" y="2445"/>
                </a:cubicBezTo>
                <a:cubicBezTo>
                  <a:pt x="2077" y="2427"/>
                  <a:pt x="2062" y="2412"/>
                  <a:pt x="2044" y="2412"/>
                </a:cubicBezTo>
                <a:cubicBezTo>
                  <a:pt x="2040" y="2412"/>
                  <a:pt x="2036" y="2413"/>
                  <a:pt x="2033" y="2414"/>
                </a:cubicBezTo>
                <a:cubicBezTo>
                  <a:pt x="1911" y="2202"/>
                  <a:pt x="1911" y="2202"/>
                  <a:pt x="1911" y="2202"/>
                </a:cubicBezTo>
                <a:cubicBezTo>
                  <a:pt x="1917" y="2196"/>
                  <a:pt x="1922" y="2187"/>
                  <a:pt x="1922" y="2177"/>
                </a:cubicBezTo>
                <a:cubicBezTo>
                  <a:pt x="1922" y="2167"/>
                  <a:pt x="1917" y="2158"/>
                  <a:pt x="1911" y="2152"/>
                </a:cubicBezTo>
                <a:cubicBezTo>
                  <a:pt x="2033" y="1940"/>
                  <a:pt x="2033" y="1940"/>
                  <a:pt x="2033" y="1940"/>
                </a:cubicBezTo>
                <a:cubicBezTo>
                  <a:pt x="2037" y="1941"/>
                  <a:pt x="2040" y="1942"/>
                  <a:pt x="2044" y="1942"/>
                </a:cubicBezTo>
                <a:cubicBezTo>
                  <a:pt x="2060" y="1942"/>
                  <a:pt x="2073" y="1930"/>
                  <a:pt x="2077" y="1915"/>
                </a:cubicBezTo>
                <a:cubicBezTo>
                  <a:pt x="2320" y="1915"/>
                  <a:pt x="2320" y="1915"/>
                  <a:pt x="2320" y="1915"/>
                </a:cubicBezTo>
                <a:cubicBezTo>
                  <a:pt x="2323" y="1930"/>
                  <a:pt x="2336" y="1942"/>
                  <a:pt x="2352" y="1942"/>
                </a:cubicBezTo>
                <a:cubicBezTo>
                  <a:pt x="2371" y="1942"/>
                  <a:pt x="2386" y="1927"/>
                  <a:pt x="2386" y="1909"/>
                </a:cubicBezTo>
                <a:cubicBezTo>
                  <a:pt x="2386" y="1890"/>
                  <a:pt x="2371" y="1875"/>
                  <a:pt x="2352" y="1875"/>
                </a:cubicBezTo>
                <a:cubicBezTo>
                  <a:pt x="2336" y="1875"/>
                  <a:pt x="2322" y="1887"/>
                  <a:pt x="2320" y="1903"/>
                </a:cubicBezTo>
                <a:cubicBezTo>
                  <a:pt x="2077" y="1903"/>
                  <a:pt x="2077" y="1903"/>
                  <a:pt x="2077" y="1903"/>
                </a:cubicBezTo>
                <a:cubicBezTo>
                  <a:pt x="2074" y="1887"/>
                  <a:pt x="2060" y="1875"/>
                  <a:pt x="2044" y="1875"/>
                </a:cubicBezTo>
                <a:cubicBezTo>
                  <a:pt x="2040" y="1875"/>
                  <a:pt x="2036" y="1876"/>
                  <a:pt x="2032" y="1877"/>
                </a:cubicBezTo>
                <a:cubicBezTo>
                  <a:pt x="1910" y="1667"/>
                  <a:pt x="1910" y="1667"/>
                  <a:pt x="1910" y="1667"/>
                </a:cubicBezTo>
                <a:cubicBezTo>
                  <a:pt x="1917" y="1661"/>
                  <a:pt x="1922" y="1652"/>
                  <a:pt x="1922" y="1642"/>
                </a:cubicBezTo>
                <a:cubicBezTo>
                  <a:pt x="1922" y="1632"/>
                  <a:pt x="1917" y="1623"/>
                  <a:pt x="1910" y="1616"/>
                </a:cubicBezTo>
                <a:cubicBezTo>
                  <a:pt x="2032" y="1405"/>
                  <a:pt x="2032" y="1405"/>
                  <a:pt x="2032" y="1405"/>
                </a:cubicBezTo>
                <a:cubicBezTo>
                  <a:pt x="2036" y="1406"/>
                  <a:pt x="2040" y="1407"/>
                  <a:pt x="2044" y="1407"/>
                </a:cubicBezTo>
                <a:cubicBezTo>
                  <a:pt x="2060" y="1407"/>
                  <a:pt x="2074" y="1395"/>
                  <a:pt x="2077" y="1379"/>
                </a:cubicBezTo>
                <a:cubicBezTo>
                  <a:pt x="2320" y="1379"/>
                  <a:pt x="2320" y="1379"/>
                  <a:pt x="2320" y="1379"/>
                </a:cubicBezTo>
                <a:cubicBezTo>
                  <a:pt x="2322" y="1395"/>
                  <a:pt x="2336" y="1407"/>
                  <a:pt x="2352" y="1407"/>
                </a:cubicBezTo>
                <a:cubicBezTo>
                  <a:pt x="2357" y="1407"/>
                  <a:pt x="2361" y="1406"/>
                  <a:pt x="2364" y="1405"/>
                </a:cubicBezTo>
                <a:cubicBezTo>
                  <a:pt x="2487" y="1616"/>
                  <a:pt x="2487" y="1616"/>
                  <a:pt x="2487" y="1616"/>
                </a:cubicBezTo>
                <a:cubicBezTo>
                  <a:pt x="2479" y="1623"/>
                  <a:pt x="2474" y="1632"/>
                  <a:pt x="2474" y="1642"/>
                </a:cubicBezTo>
                <a:cubicBezTo>
                  <a:pt x="2474" y="1661"/>
                  <a:pt x="2489" y="1675"/>
                  <a:pt x="2508" y="1675"/>
                </a:cubicBezTo>
                <a:cubicBezTo>
                  <a:pt x="2526" y="1675"/>
                  <a:pt x="2541" y="1661"/>
                  <a:pt x="2541" y="1642"/>
                </a:cubicBezTo>
                <a:cubicBezTo>
                  <a:pt x="2541" y="1624"/>
                  <a:pt x="2526" y="1609"/>
                  <a:pt x="2508" y="1609"/>
                </a:cubicBezTo>
                <a:close/>
                <a:moveTo>
                  <a:pt x="1104" y="870"/>
                </a:moveTo>
                <a:cubicBezTo>
                  <a:pt x="1108" y="871"/>
                  <a:pt x="1112" y="872"/>
                  <a:pt x="1116" y="872"/>
                </a:cubicBezTo>
                <a:cubicBezTo>
                  <a:pt x="1133" y="872"/>
                  <a:pt x="1147" y="860"/>
                  <a:pt x="1149" y="844"/>
                </a:cubicBezTo>
                <a:cubicBezTo>
                  <a:pt x="1392" y="844"/>
                  <a:pt x="1392" y="844"/>
                  <a:pt x="1392" y="844"/>
                </a:cubicBezTo>
                <a:cubicBezTo>
                  <a:pt x="1395" y="860"/>
                  <a:pt x="1408" y="872"/>
                  <a:pt x="1425" y="872"/>
                </a:cubicBezTo>
                <a:cubicBezTo>
                  <a:pt x="1429" y="872"/>
                  <a:pt x="1433" y="871"/>
                  <a:pt x="1437" y="870"/>
                </a:cubicBezTo>
                <a:cubicBezTo>
                  <a:pt x="1558" y="1080"/>
                  <a:pt x="1558" y="1080"/>
                  <a:pt x="1558" y="1080"/>
                </a:cubicBezTo>
                <a:cubicBezTo>
                  <a:pt x="1551" y="1086"/>
                  <a:pt x="1547" y="1095"/>
                  <a:pt x="1547" y="1105"/>
                </a:cubicBezTo>
                <a:cubicBezTo>
                  <a:pt x="1547" y="1115"/>
                  <a:pt x="1551" y="1124"/>
                  <a:pt x="1558" y="1130"/>
                </a:cubicBezTo>
                <a:cubicBezTo>
                  <a:pt x="1435" y="1342"/>
                  <a:pt x="1435" y="1342"/>
                  <a:pt x="1435" y="1342"/>
                </a:cubicBezTo>
                <a:cubicBezTo>
                  <a:pt x="1432" y="1341"/>
                  <a:pt x="1429" y="1340"/>
                  <a:pt x="1425" y="1340"/>
                </a:cubicBezTo>
                <a:cubicBezTo>
                  <a:pt x="1409" y="1340"/>
                  <a:pt x="1395" y="1352"/>
                  <a:pt x="1392" y="1367"/>
                </a:cubicBezTo>
                <a:cubicBezTo>
                  <a:pt x="1149" y="1367"/>
                  <a:pt x="1149" y="1367"/>
                  <a:pt x="1149" y="1367"/>
                </a:cubicBezTo>
                <a:cubicBezTo>
                  <a:pt x="1146" y="1352"/>
                  <a:pt x="1132" y="1340"/>
                  <a:pt x="1116" y="1340"/>
                </a:cubicBezTo>
                <a:cubicBezTo>
                  <a:pt x="1112" y="1340"/>
                  <a:pt x="1108" y="1341"/>
                  <a:pt x="1104" y="1343"/>
                </a:cubicBezTo>
                <a:cubicBezTo>
                  <a:pt x="983" y="1133"/>
                  <a:pt x="983" y="1133"/>
                  <a:pt x="983" y="1133"/>
                </a:cubicBezTo>
                <a:cubicBezTo>
                  <a:pt x="990" y="1126"/>
                  <a:pt x="995" y="1117"/>
                  <a:pt x="995" y="1107"/>
                </a:cubicBezTo>
                <a:cubicBezTo>
                  <a:pt x="995" y="1097"/>
                  <a:pt x="990" y="1088"/>
                  <a:pt x="982" y="1082"/>
                </a:cubicBezTo>
                <a:lnTo>
                  <a:pt x="1104" y="870"/>
                </a:lnTo>
                <a:close/>
                <a:moveTo>
                  <a:pt x="519" y="1401"/>
                </a:moveTo>
                <a:cubicBezTo>
                  <a:pt x="526" y="1395"/>
                  <a:pt x="531" y="1386"/>
                  <a:pt x="531" y="1376"/>
                </a:cubicBezTo>
                <a:cubicBezTo>
                  <a:pt x="531" y="1366"/>
                  <a:pt x="526" y="1356"/>
                  <a:pt x="518" y="1350"/>
                </a:cubicBezTo>
                <a:cubicBezTo>
                  <a:pt x="641" y="1138"/>
                  <a:pt x="641" y="1138"/>
                  <a:pt x="641" y="1138"/>
                </a:cubicBezTo>
                <a:cubicBezTo>
                  <a:pt x="644" y="1140"/>
                  <a:pt x="648" y="1141"/>
                  <a:pt x="653" y="1141"/>
                </a:cubicBezTo>
                <a:cubicBezTo>
                  <a:pt x="669" y="1141"/>
                  <a:pt x="683" y="1129"/>
                  <a:pt x="686" y="1113"/>
                </a:cubicBezTo>
                <a:cubicBezTo>
                  <a:pt x="928" y="1113"/>
                  <a:pt x="928" y="1113"/>
                  <a:pt x="928" y="1113"/>
                </a:cubicBezTo>
                <a:cubicBezTo>
                  <a:pt x="931" y="1129"/>
                  <a:pt x="945" y="1141"/>
                  <a:pt x="961" y="1141"/>
                </a:cubicBezTo>
                <a:cubicBezTo>
                  <a:pt x="965" y="1141"/>
                  <a:pt x="969" y="1140"/>
                  <a:pt x="973" y="1139"/>
                </a:cubicBezTo>
                <a:cubicBezTo>
                  <a:pt x="1094" y="1349"/>
                  <a:pt x="1094" y="1349"/>
                  <a:pt x="1094" y="1349"/>
                </a:cubicBezTo>
                <a:cubicBezTo>
                  <a:pt x="1087" y="1355"/>
                  <a:pt x="1083" y="1364"/>
                  <a:pt x="1083" y="1374"/>
                </a:cubicBezTo>
                <a:cubicBezTo>
                  <a:pt x="1083" y="1383"/>
                  <a:pt x="1087" y="1392"/>
                  <a:pt x="1094" y="1398"/>
                </a:cubicBezTo>
                <a:cubicBezTo>
                  <a:pt x="972" y="1611"/>
                  <a:pt x="972" y="1611"/>
                  <a:pt x="972" y="1611"/>
                </a:cubicBezTo>
                <a:cubicBezTo>
                  <a:pt x="968" y="1610"/>
                  <a:pt x="965" y="1609"/>
                  <a:pt x="961" y="1609"/>
                </a:cubicBezTo>
                <a:cubicBezTo>
                  <a:pt x="944" y="1609"/>
                  <a:pt x="931" y="1621"/>
                  <a:pt x="928" y="1637"/>
                </a:cubicBezTo>
                <a:cubicBezTo>
                  <a:pt x="686" y="1637"/>
                  <a:pt x="686" y="1637"/>
                  <a:pt x="686" y="1637"/>
                </a:cubicBezTo>
                <a:cubicBezTo>
                  <a:pt x="683" y="1621"/>
                  <a:pt x="669" y="1609"/>
                  <a:pt x="653" y="1609"/>
                </a:cubicBezTo>
                <a:cubicBezTo>
                  <a:pt x="648" y="1609"/>
                  <a:pt x="644" y="1610"/>
                  <a:pt x="641" y="1611"/>
                </a:cubicBezTo>
                <a:lnTo>
                  <a:pt x="519" y="1401"/>
                </a:lnTo>
                <a:close/>
                <a:moveTo>
                  <a:pt x="983" y="1667"/>
                </a:moveTo>
                <a:cubicBezTo>
                  <a:pt x="990" y="1661"/>
                  <a:pt x="994" y="1652"/>
                  <a:pt x="994" y="1642"/>
                </a:cubicBezTo>
                <a:cubicBezTo>
                  <a:pt x="994" y="1632"/>
                  <a:pt x="989" y="1623"/>
                  <a:pt x="982" y="1616"/>
                </a:cubicBezTo>
                <a:cubicBezTo>
                  <a:pt x="1104" y="1405"/>
                  <a:pt x="1104" y="1405"/>
                  <a:pt x="1104" y="1405"/>
                </a:cubicBezTo>
                <a:cubicBezTo>
                  <a:pt x="1108" y="1406"/>
                  <a:pt x="1112" y="1407"/>
                  <a:pt x="1116" y="1407"/>
                </a:cubicBezTo>
                <a:cubicBezTo>
                  <a:pt x="1133" y="1407"/>
                  <a:pt x="1147" y="1395"/>
                  <a:pt x="1149" y="1379"/>
                </a:cubicBezTo>
                <a:cubicBezTo>
                  <a:pt x="1392" y="1379"/>
                  <a:pt x="1392" y="1379"/>
                  <a:pt x="1392" y="1379"/>
                </a:cubicBezTo>
                <a:cubicBezTo>
                  <a:pt x="1394" y="1395"/>
                  <a:pt x="1408" y="1407"/>
                  <a:pt x="1425" y="1407"/>
                </a:cubicBezTo>
                <a:cubicBezTo>
                  <a:pt x="1429" y="1407"/>
                  <a:pt x="1433" y="1406"/>
                  <a:pt x="1437" y="1405"/>
                </a:cubicBezTo>
                <a:cubicBezTo>
                  <a:pt x="1559" y="1616"/>
                  <a:pt x="1559" y="1616"/>
                  <a:pt x="1559" y="1616"/>
                </a:cubicBezTo>
                <a:cubicBezTo>
                  <a:pt x="1552" y="1623"/>
                  <a:pt x="1547" y="1632"/>
                  <a:pt x="1547" y="1642"/>
                </a:cubicBezTo>
                <a:cubicBezTo>
                  <a:pt x="1547" y="1652"/>
                  <a:pt x="1551" y="1661"/>
                  <a:pt x="1558" y="1667"/>
                </a:cubicBezTo>
                <a:cubicBezTo>
                  <a:pt x="1436" y="1877"/>
                  <a:pt x="1436" y="1877"/>
                  <a:pt x="1436" y="1877"/>
                </a:cubicBezTo>
                <a:cubicBezTo>
                  <a:pt x="1433" y="1876"/>
                  <a:pt x="1429" y="1875"/>
                  <a:pt x="1425" y="1875"/>
                </a:cubicBezTo>
                <a:cubicBezTo>
                  <a:pt x="1408" y="1875"/>
                  <a:pt x="1394" y="1887"/>
                  <a:pt x="1392" y="1903"/>
                </a:cubicBezTo>
                <a:cubicBezTo>
                  <a:pt x="1149" y="1903"/>
                  <a:pt x="1149" y="1903"/>
                  <a:pt x="1149" y="1903"/>
                </a:cubicBezTo>
                <a:cubicBezTo>
                  <a:pt x="1147" y="1887"/>
                  <a:pt x="1133" y="1875"/>
                  <a:pt x="1116" y="1875"/>
                </a:cubicBezTo>
                <a:cubicBezTo>
                  <a:pt x="1112" y="1875"/>
                  <a:pt x="1108" y="1876"/>
                  <a:pt x="1104" y="1877"/>
                </a:cubicBezTo>
                <a:lnTo>
                  <a:pt x="983" y="1667"/>
                </a:lnTo>
                <a:close/>
                <a:moveTo>
                  <a:pt x="2022" y="1884"/>
                </a:moveTo>
                <a:cubicBezTo>
                  <a:pt x="2015" y="1890"/>
                  <a:pt x="2011" y="1899"/>
                  <a:pt x="2011" y="1909"/>
                </a:cubicBezTo>
                <a:cubicBezTo>
                  <a:pt x="2011" y="1919"/>
                  <a:pt x="2015" y="1928"/>
                  <a:pt x="2023" y="1934"/>
                </a:cubicBezTo>
                <a:cubicBezTo>
                  <a:pt x="1901" y="2146"/>
                  <a:pt x="1901" y="2146"/>
                  <a:pt x="1901" y="2146"/>
                </a:cubicBezTo>
                <a:cubicBezTo>
                  <a:pt x="1897" y="2144"/>
                  <a:pt x="1893" y="2144"/>
                  <a:pt x="1888" y="2144"/>
                </a:cubicBezTo>
                <a:cubicBezTo>
                  <a:pt x="1872" y="2144"/>
                  <a:pt x="1859" y="2155"/>
                  <a:pt x="1856" y="2170"/>
                </a:cubicBezTo>
                <a:cubicBezTo>
                  <a:pt x="1613" y="2170"/>
                  <a:pt x="1613" y="2170"/>
                  <a:pt x="1613" y="2170"/>
                </a:cubicBezTo>
                <a:cubicBezTo>
                  <a:pt x="1609" y="2155"/>
                  <a:pt x="1596" y="2144"/>
                  <a:pt x="1580" y="2144"/>
                </a:cubicBezTo>
                <a:cubicBezTo>
                  <a:pt x="1576" y="2144"/>
                  <a:pt x="1572" y="2144"/>
                  <a:pt x="1568" y="2146"/>
                </a:cubicBezTo>
                <a:cubicBezTo>
                  <a:pt x="1446" y="1934"/>
                  <a:pt x="1446" y="1934"/>
                  <a:pt x="1446" y="1934"/>
                </a:cubicBezTo>
                <a:cubicBezTo>
                  <a:pt x="1453" y="1928"/>
                  <a:pt x="1458" y="1919"/>
                  <a:pt x="1458" y="1909"/>
                </a:cubicBezTo>
                <a:cubicBezTo>
                  <a:pt x="1458" y="1899"/>
                  <a:pt x="1454" y="1890"/>
                  <a:pt x="1447" y="1883"/>
                </a:cubicBezTo>
                <a:cubicBezTo>
                  <a:pt x="1568" y="1673"/>
                  <a:pt x="1568" y="1673"/>
                  <a:pt x="1568" y="1673"/>
                </a:cubicBezTo>
                <a:cubicBezTo>
                  <a:pt x="1572" y="1675"/>
                  <a:pt x="1576" y="1675"/>
                  <a:pt x="1580" y="1675"/>
                </a:cubicBezTo>
                <a:cubicBezTo>
                  <a:pt x="1597" y="1675"/>
                  <a:pt x="1611" y="1663"/>
                  <a:pt x="1613" y="1647"/>
                </a:cubicBezTo>
                <a:cubicBezTo>
                  <a:pt x="1856" y="1647"/>
                  <a:pt x="1856" y="1647"/>
                  <a:pt x="1856" y="1647"/>
                </a:cubicBezTo>
                <a:cubicBezTo>
                  <a:pt x="1858" y="1663"/>
                  <a:pt x="1872" y="1675"/>
                  <a:pt x="1889" y="1675"/>
                </a:cubicBezTo>
                <a:cubicBezTo>
                  <a:pt x="1893" y="1675"/>
                  <a:pt x="1897" y="1675"/>
                  <a:pt x="1900" y="1673"/>
                </a:cubicBezTo>
                <a:lnTo>
                  <a:pt x="2022" y="1884"/>
                </a:lnTo>
                <a:close/>
                <a:moveTo>
                  <a:pt x="1899" y="1611"/>
                </a:moveTo>
                <a:cubicBezTo>
                  <a:pt x="1896" y="1610"/>
                  <a:pt x="1892" y="1609"/>
                  <a:pt x="1889" y="1609"/>
                </a:cubicBezTo>
                <a:cubicBezTo>
                  <a:pt x="1872" y="1609"/>
                  <a:pt x="1859" y="1620"/>
                  <a:pt x="1856" y="1635"/>
                </a:cubicBezTo>
                <a:cubicBezTo>
                  <a:pt x="1613" y="1635"/>
                  <a:pt x="1613" y="1635"/>
                  <a:pt x="1613" y="1635"/>
                </a:cubicBezTo>
                <a:cubicBezTo>
                  <a:pt x="1610" y="1620"/>
                  <a:pt x="1596" y="1609"/>
                  <a:pt x="1580" y="1609"/>
                </a:cubicBezTo>
                <a:cubicBezTo>
                  <a:pt x="1576" y="1609"/>
                  <a:pt x="1573" y="1610"/>
                  <a:pt x="1570" y="1611"/>
                </a:cubicBezTo>
                <a:cubicBezTo>
                  <a:pt x="1447" y="1398"/>
                  <a:pt x="1447" y="1398"/>
                  <a:pt x="1447" y="1398"/>
                </a:cubicBezTo>
                <a:cubicBezTo>
                  <a:pt x="1454" y="1392"/>
                  <a:pt x="1458" y="1383"/>
                  <a:pt x="1458" y="1374"/>
                </a:cubicBezTo>
                <a:cubicBezTo>
                  <a:pt x="1458" y="1363"/>
                  <a:pt x="1453" y="1354"/>
                  <a:pt x="1446" y="1348"/>
                </a:cubicBezTo>
                <a:cubicBezTo>
                  <a:pt x="1568" y="1136"/>
                  <a:pt x="1568" y="1136"/>
                  <a:pt x="1568" y="1136"/>
                </a:cubicBezTo>
                <a:cubicBezTo>
                  <a:pt x="1572" y="1138"/>
                  <a:pt x="1576" y="1139"/>
                  <a:pt x="1580" y="1139"/>
                </a:cubicBezTo>
                <a:cubicBezTo>
                  <a:pt x="1597" y="1139"/>
                  <a:pt x="1611" y="1126"/>
                  <a:pt x="1613" y="1110"/>
                </a:cubicBezTo>
                <a:cubicBezTo>
                  <a:pt x="1856" y="1110"/>
                  <a:pt x="1856" y="1110"/>
                  <a:pt x="1856" y="1110"/>
                </a:cubicBezTo>
                <a:cubicBezTo>
                  <a:pt x="1858" y="1126"/>
                  <a:pt x="1872" y="1139"/>
                  <a:pt x="1889" y="1139"/>
                </a:cubicBezTo>
                <a:cubicBezTo>
                  <a:pt x="1893" y="1139"/>
                  <a:pt x="1897" y="1138"/>
                  <a:pt x="1901" y="1136"/>
                </a:cubicBezTo>
                <a:cubicBezTo>
                  <a:pt x="2023" y="1348"/>
                  <a:pt x="2023" y="1348"/>
                  <a:pt x="2023" y="1348"/>
                </a:cubicBezTo>
                <a:cubicBezTo>
                  <a:pt x="2015" y="1354"/>
                  <a:pt x="2011" y="1363"/>
                  <a:pt x="2011" y="1374"/>
                </a:cubicBezTo>
                <a:cubicBezTo>
                  <a:pt x="2011" y="1383"/>
                  <a:pt x="2015" y="1392"/>
                  <a:pt x="2022" y="1398"/>
                </a:cubicBezTo>
                <a:lnTo>
                  <a:pt x="1899" y="1611"/>
                </a:lnTo>
                <a:close/>
              </a:path>
            </a:pathLst>
          </a:custGeom>
          <a:solidFill>
            <a:srgbClr val="3F434D">
              <a:alpha val="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onic Meeting XL by Slidesgo">
  <a:themeElements>
    <a:clrScheme name="Simple Light">
      <a:dk1>
        <a:srgbClr val="38B8AB"/>
      </a:dk1>
      <a:lt1>
        <a:srgbClr val="FFFFFF"/>
      </a:lt1>
      <a:dk2>
        <a:srgbClr val="4673AF"/>
      </a:dk2>
      <a:lt2>
        <a:srgbClr val="4673AF"/>
      </a:lt2>
      <a:accent1>
        <a:srgbClr val="4673AF"/>
      </a:accent1>
      <a:accent2>
        <a:srgbClr val="4673AF"/>
      </a:accent2>
      <a:accent3>
        <a:srgbClr val="1B3D6D"/>
      </a:accent3>
      <a:accent4>
        <a:srgbClr val="4673AF"/>
      </a:accent4>
      <a:accent5>
        <a:srgbClr val="3984B2"/>
      </a:accent5>
      <a:accent6>
        <a:srgbClr val="66C9CA"/>
      </a:accent6>
      <a:hlink>
        <a:srgbClr val="1B3D6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